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72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0419EC24-E9A2-450D-93AC-FE754441D7CD}">
          <p14:sldIdLst>
            <p14:sldId id="256"/>
            <p14:sldId id="257"/>
            <p14:sldId id="258"/>
            <p14:sldId id="259"/>
            <p14:sldId id="270"/>
            <p14:sldId id="271"/>
            <p14:sldId id="272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5D463D8-B51A-4EDF-A035-BFEC1E223AA8}" type="datetimeFigureOut">
              <a:rPr lang="ru-RU" smtClean="0"/>
              <a:t>09.12.2022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638FCCF-F15C-4744-A60C-53332F0CCFB6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80478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63D8-B51A-4EDF-A035-BFEC1E223AA8}" type="datetimeFigureOut">
              <a:rPr lang="ru-RU" smtClean="0"/>
              <a:t>09.12.2022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CCF-F15C-4744-A60C-53332F0CCF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067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5D463D8-B51A-4EDF-A035-BFEC1E223AA8}" type="datetimeFigureOut">
              <a:rPr lang="ru-RU" smtClean="0"/>
              <a:t>09.12.2022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638FCCF-F15C-4744-A60C-53332F0CCFB6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166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63D8-B51A-4EDF-A035-BFEC1E223AA8}" type="datetimeFigureOut">
              <a:rPr lang="ru-RU" smtClean="0"/>
              <a:t>09.12.2022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CCF-F15C-4744-A60C-53332F0CCF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46389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63D8-B51A-4EDF-A035-BFEC1E223AA8}" type="datetimeFigureOut">
              <a:rPr lang="ru-RU" smtClean="0"/>
              <a:t>09.12.2022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CCF-F15C-4744-A60C-53332F0CCF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47984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63D8-B51A-4EDF-A035-BFEC1E223AA8}" type="datetimeFigureOut">
              <a:rPr lang="ru-RU" smtClean="0"/>
              <a:t>09.12.2022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CCF-F15C-4744-A60C-53332F0CCF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90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63D8-B51A-4EDF-A035-BFEC1E223AA8}" type="datetimeFigureOut">
              <a:rPr lang="ru-RU" smtClean="0"/>
              <a:t>09.12.2022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CCF-F15C-4744-A60C-53332F0CCF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940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75D463D8-B51A-4EDF-A035-BFEC1E223AA8}" type="datetimeFigureOut">
              <a:rPr lang="ru-RU" smtClean="0"/>
              <a:t>09.12.2022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C638FCCF-F15C-4744-A60C-53332F0CCFB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844375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75D463D8-B51A-4EDF-A035-BFEC1E223AA8}" type="datetimeFigureOut">
              <a:rPr lang="ru-RU" smtClean="0"/>
              <a:t>09.12.2022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C638FCCF-F15C-4744-A60C-53332F0CCF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806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63D8-B51A-4EDF-A035-BFEC1E223AA8}" type="datetimeFigureOut">
              <a:rPr lang="ru-RU" smtClean="0"/>
              <a:t>09.12.2022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CCF-F15C-4744-A60C-53332F0CCF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970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63D8-B51A-4EDF-A035-BFEC1E223AA8}" type="datetimeFigureOut">
              <a:rPr lang="ru-RU" smtClean="0"/>
              <a:t>09.12.2022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8FCCF-F15C-4744-A60C-53332F0CCF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57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5D463D8-B51A-4EDF-A035-BFEC1E223AA8}" type="datetimeFigureOut">
              <a:rPr lang="ru-RU" smtClean="0"/>
              <a:t>09.12.2022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638FCCF-F15C-4744-A60C-53332F0CCFB6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59972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66123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err="1"/>
              <a:t>Gidravlik</a:t>
            </a:r>
            <a:r>
              <a:rPr lang="ru-RU" b="1" dirty="0"/>
              <a:t> </a:t>
            </a:r>
            <a:r>
              <a:rPr lang="ru-RU" b="1" dirty="0" err="1"/>
              <a:t>transformatorlar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251678" y="1441938"/>
            <a:ext cx="10178322" cy="4593101"/>
          </a:xfrm>
        </p:spPr>
        <p:txBody>
          <a:bodyPr>
            <a:normAutofit/>
          </a:bodyPr>
          <a:lstStyle/>
          <a:p>
            <a:pPr algn="ctr"/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Reja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klassifikasiyasi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prinsipi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energiyaning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yo’qotilishi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xarakteristikasi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89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60585" y="175847"/>
            <a:ext cx="10533184" cy="64711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Burovchi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momentni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yetaklanuvchi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aylasishlari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sonini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yetaklovchi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aylanishlari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soniga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nisbatan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o’zgartirish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yo’li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quvvatni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yetaklovchi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valdan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yetaklanuvchi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uzatuvchi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energetik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burovchi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moment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gidrotransformatori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28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ataladi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Yetaklovchi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yetaklanuvchi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vallari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aylanuvchi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to’g’ri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yo’lli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qarama-qarshi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aylanuvchilari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teskari</a:t>
            </a:r>
            <a:r>
              <a:rPr lang="en-US" sz="28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yo’li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deyiladi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Gidrotransformatorning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korpusi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reaktor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kuraklarida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bo’ladigan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korpus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bog’lik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reaktiv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momentni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qiluvchi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tayanchga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transformatorlar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bosqichli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uch</a:t>
            </a:r>
            <a:r>
              <a:rPr lang="en-US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bosqichli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turbina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xamda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reaktor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uch</a:t>
            </a: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to’rt</a:t>
            </a: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ko’p</a:t>
            </a: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bosqichli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turbina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ishlaydigan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qurilishi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33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2661" y="0"/>
            <a:ext cx="10568353" cy="669973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Bularning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soddasi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g’ildirakli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gidrotransformatordir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(3.14-rasm). Bu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dvigatel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keltiriladigan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anchagina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burchak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aylanadigan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g’ildiragi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suyukligini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turbina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yo’naltiradi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Energiyasini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turbinaga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qo’zg’almas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kurakli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reaktor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nasosga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Reaktorning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qo’zg’almas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kuraklari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turbina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orasidagi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miqdori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momentini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o’zgartiradi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turbinaning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aylanish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momenti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burchak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tezligi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o’zgaradi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31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37492" y="123093"/>
            <a:ext cx="10726616" cy="65942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3.14-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091" y="720969"/>
            <a:ext cx="9900139" cy="583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68" y="1828800"/>
            <a:ext cx="4792133" cy="3594100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615" y="-45916"/>
            <a:ext cx="54492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5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137" y="0"/>
            <a:ext cx="5977592" cy="3464169"/>
          </a:xfr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920" y="3464169"/>
            <a:ext cx="6545247" cy="339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5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237" y="92364"/>
            <a:ext cx="7324436" cy="6604000"/>
          </a:xfrm>
        </p:spPr>
      </p:pic>
    </p:spTree>
    <p:extLst>
      <p:ext uri="{BB962C8B-B14F-4D97-AF65-F5344CB8AC3E}">
        <p14:creationId xmlns:p14="http://schemas.microsoft.com/office/powerpoint/2010/main" val="1746851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55077" y="175847"/>
            <a:ext cx="10656277" cy="643596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bo’shlig’ida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reaktorning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mavjudligi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tufayli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turbinaning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burchak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tezligi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valiga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yuklangan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moment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kattaligiga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bog’liq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o’zgaradi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Shunday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gidtransformat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rda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osil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ilgan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suyuqlik,o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qi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urbina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reaktor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kuraklaridan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ketma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o’ta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borib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rbinani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o’zgaruvchan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burodchi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tomonga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aylantiradi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Gidrotransformatorning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g‘ildiragining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aylanishlari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o‘zgarmas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bo‘lganda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uyurma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aylanasidagi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sarfi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o‘zgarmas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faraz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ko'rib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chiqamiz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Haqiqatda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uzatish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nisbatining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kichrayishi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bo’lsa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o‘sib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boradi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Biroq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sarfning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ishiga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uncha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ta’sir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ko‘rsatmaydi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61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19907" y="0"/>
            <a:ext cx="10779369" cy="673490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Sarf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o'zgarmas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reaktor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kuraklari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qo‘zg‘almas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g‘ildiragiga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kelayotgan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kattaligi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yo‘nalishi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o‘zgarmaydi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turbina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g‘ildiragi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ish^tartibining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g‘ildiragiga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kirishdagi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uchburchagi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o‘zgarmay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qoladi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sharoitda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 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g‘ildiragidan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chiqishdagi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uchburchagi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o‘zgarmay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qoladi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turbina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g‘ildiragining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hamma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tarkiblarida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g'ildiragidagi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moment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o'zgarmasdir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Nasos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g’ildiragidagi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turbina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g’ildiragidagi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yo‘naltiruvchi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apparat g ‘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ildiragidagi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r>
              <a:rPr lang="ru-RU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dagi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momentlaming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ayirmasiga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Turbina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g’ildiragidagi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g’ildiragi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yo‘naltiruvchi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apparat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momentlarining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yig‘indisiga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</a:p>
          <a:p>
            <a:pPr marL="0" indent="0" algn="ctr">
              <a:buNone/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+M</a:t>
            </a: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</a:t>
            </a:r>
            <a:endParaRPr lang="en-US" sz="28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56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37492" y="0"/>
            <a:ext cx="10673862" cy="67349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tenglama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g‘ildiraklari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aylanishining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momentlar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muvozanatini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ifodalaydi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g‘ildiragidagi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moment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gidromuftadagi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uz-Cyrl-UZ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uz-Cyrl-U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uz-Cyrl-U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turbina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g‘ildiragidagi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zarrachalarining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ko‘rsatilgan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Turbina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g‘ildiragidagi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moment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bo’ladi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yo'naltiruvchi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apparat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momenti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uz-Cyrl-UZ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810" y="1578218"/>
            <a:ext cx="4055454" cy="98913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810" y="3725333"/>
            <a:ext cx="4055454" cy="93459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810" y="5613379"/>
            <a:ext cx="4055454" cy="84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72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107831" y="0"/>
                <a:ext cx="10691446" cy="6734907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Yo‘naltimvchi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apparatning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tegishli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sharoitida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turbina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validagi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moment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nasos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validagi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momentdan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katta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boMadi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Burovchi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momentni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ko'proq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uzatish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uchun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gidrotransformator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turbinasidagi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kuraklar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kaltaroq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juda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egilgan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katta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diametr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aylanasida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joylashtirilgan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bo’lishi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kerak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Turbina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g’ildiragi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kuraklarini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shunday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egish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mumkinki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α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teskari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tomonga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yo‘nalgan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bo’ladi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Shunga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o‘xshash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hodisa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nasos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g’ildiragida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ham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bo’ladi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Turbina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momentining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nasos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momentiga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nisbati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gidrotransformatoming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transformasiya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koeffisienti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deyiladi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quyidagicha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yoziladi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7831" y="0"/>
                <a:ext cx="10691446" cy="6734907"/>
              </a:xfrm>
              <a:blipFill>
                <a:blip r:embed="rId2"/>
                <a:stretch>
                  <a:fillRect l="-1197" t="-724" r="-1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635869" y="292783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484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16355" y="140678"/>
                <a:ext cx="10726616" cy="6717322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Gidrotransformatoming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transformasiya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koeffisienti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bo‘lganda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o‘zgarishiga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bog’liq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bo’ladi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Gidrotransformatoming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turiga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qarab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transformasiya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koeffisienti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÷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6,5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orasida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bo’ladi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Gidrotransformatoming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foydali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ish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koeffitsiyenti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quyidagicha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bo’ladi</a:t>
                </a: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uzatish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2800" dirty="0" smtClean="0"/>
                  <a:t> </a:t>
                </a:r>
                <a:r>
                  <a:rPr lang="en-US" sz="2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</a:t>
                </a:r>
                <a:r>
                  <a:rPr lang="en-US" sz="2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pt-BR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 ravishda nasos va turbina </a:t>
                </a:r>
                <a:r>
                  <a:rPr lang="pt-BR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g‘ildiraklarning quvvati</a:t>
                </a: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6355" y="140678"/>
                <a:ext cx="10726616" cy="6717322"/>
              </a:xfrm>
              <a:blipFill>
                <a:blip r:embed="rId2"/>
                <a:stretch>
                  <a:fillRect l="-1194" t="-726" r="-11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150" y="2182690"/>
            <a:ext cx="3574807" cy="111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4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12989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Gidrotransformatorda</a:t>
            </a: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energiyaning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yo‘qotilishi</a:t>
            </a:r>
            <a:endParaRPr lang="ru-RU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51678" y="1758463"/>
                <a:ext cx="10178322" cy="4853352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Gidrotransformatomi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hisoblash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tenglamalari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aylanishlar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ning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anchagina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miqdorga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o‘zgarishida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ham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o‘rinli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bo‘lishiga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qaramasdan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o‘zgarmas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qiymatida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kamayishi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FIK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kamayishiga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sabab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bo‘ladi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Bu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mexanik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yo‘qotishning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hissasi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ortishiga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bog‘liq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Ishqalanish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aylanishlarga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ham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bog‘liq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lekin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gidravlik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yo‘qotish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hisobiga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kamayishi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aylanishlar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sonining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kvadratiga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proporsional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Shuning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uchun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katta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aylanishlarda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mexanik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yo‘qotishning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umumiy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yo‘qotish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balansiga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ta’siri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katta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emas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Kichik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aylanishlarda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mexanik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yo'qotish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momentining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nisbiy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kattaigi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so‘zsiz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ortadi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1678" y="1758463"/>
                <a:ext cx="10178322" cy="4853352"/>
              </a:xfrm>
              <a:blipFill>
                <a:blip r:embed="rId2"/>
                <a:stretch>
                  <a:fillRect l="-1198" t="-1004" r="-1257" b="-13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94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72662" y="1"/>
                <a:ext cx="10761784" cy="6717322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Aylanishlaj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soni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ko‘p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ortganda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ba’zan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kavitasiya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hodisasi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paydo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bo‘lishi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sababli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FIK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kichiklashib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ketishi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mumkin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Gilrotransformatorlaming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ba’zi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turlarida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yo‘qotishlaming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o‘rtacha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kattaligi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quyidagicha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bo‘ladi</a:t>
                </a: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800" b="1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Gidravlik</a:t>
                </a:r>
                <a:r>
                  <a:rPr lang="en-US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ventilyasion</a:t>
                </a:r>
                <a:r>
                  <a:rPr 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yo‘qotishlar</a:t>
                </a:r>
                <a:r>
                  <a:rPr lang="en-US" sz="28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nasos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g’ildiragida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3,5-4,5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%;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turbina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g‘ildiragida-2,5-3,5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%;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hajmiy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yo‘qotish-2,5-3,5%; </a:t>
                </a: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qolgan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ko‘rinishdagi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yo‘qotishlar-2,5-3,5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%;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to‘liq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yo‘qotish-11,0-15,0%. </a:t>
                </a:r>
                <a:endPara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2662" y="1"/>
                <a:ext cx="10761784" cy="6717322"/>
              </a:xfrm>
              <a:blipFill>
                <a:blip r:embed="rId2"/>
                <a:stretch>
                  <a:fillRect l="-1190" t="-726" r="-11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31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72661" y="123092"/>
                <a:ext cx="10673861" cy="645355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Gidrotransformator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ishlaganda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yo‘qotilgan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energiyani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quyidagi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formula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yordamida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aniqlash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mumkin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𝑜𝑝𝑡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𝑜𝑝𝑡</m:t>
                          </m:r>
                        </m:sub>
                      </m:sSub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𝑜𝑝𝑡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yerda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optimal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tartibida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yo‘qotilgan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bosim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endParaRPr lang="en-US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gidrotransformatorning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tartibida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yo‘qotish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koeffisienti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tartibdagi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hisoblangan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nisbiy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tezlik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Optimaldan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farqli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tartibida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ortiqcha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yo'qotilgan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bosim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suyuqlikning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bir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nasosdan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boshqasiga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‘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tishida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oqim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yo‘nalishi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kirishdagi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kurak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qirralarining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kelmasligi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natijasida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paydo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bo‘ladi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U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quyidagi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formula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aniqlanadi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2661" y="123092"/>
                <a:ext cx="10673861" cy="6453553"/>
              </a:xfrm>
              <a:blipFill>
                <a:blip r:embed="rId2"/>
                <a:stretch>
                  <a:fillRect l="-1199" t="-755" r="-11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37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72662" y="158263"/>
                <a:ext cx="10357338" cy="572133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Optimaldan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farqli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tartibida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ortiqcha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yo'qotilgan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bosim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suyuqlikning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bir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nasosdan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boshqasiga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‘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tishida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oqim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yo‘nalishi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kirishdagi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kurak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qirralarining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kelmasligi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natijasida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paydo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bo‘ladi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U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quyidagi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formula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aniqlanadi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𝑧𝑎𝑟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𝑧𝑎𝑟</m:t>
                          </m:r>
                        </m:sub>
                      </m:sSub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yerda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𝑧𝑎𝑟</m:t>
                        </m:r>
                      </m:sub>
                    </m:sSub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oqimning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optimaldan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chetga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chiqishi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natijasida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zarbaga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yo‘qotilgan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sarf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𝑧𝑎𝑟</m:t>
                        </m:r>
                      </m:sub>
                    </m:sSub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gidrotransformatorda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zarbaga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yo‘qotish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koeffisienti</a:t>
                </a:r>
                <a:r>
                  <a:rPr 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oqim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nisbiy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tezliklari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geometrik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farqining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proyeksiyasi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2662" y="158263"/>
                <a:ext cx="10357338" cy="5721330"/>
              </a:xfrm>
              <a:blipFill>
                <a:blip r:embed="rId2"/>
                <a:stretch>
                  <a:fillRect l="-1236" t="-958" r="-5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253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E’TIBORINGIZ</a:t>
            </a:r>
          </a:p>
          <a:p>
            <a:pPr marL="0" indent="0"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	UCHUN</a:t>
            </a:r>
          </a:p>
          <a:p>
            <a:pPr marL="0" indent="0">
              <a:buNone/>
            </a:pP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 RAHMAT </a:t>
            </a:r>
            <a:endParaRPr lang="ru-RU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82663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200</TotalTime>
  <Words>65</Words>
  <Application>Microsoft Office PowerPoint</Application>
  <PresentationFormat>Широкоэкранный</PresentationFormat>
  <Paragraphs>56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Cambria Math</vt:lpstr>
      <vt:lpstr>Corbel</vt:lpstr>
      <vt:lpstr>Gill Sans MT</vt:lpstr>
      <vt:lpstr>Impact</vt:lpstr>
      <vt:lpstr>Times New Roman</vt:lpstr>
      <vt:lpstr>Badge</vt:lpstr>
      <vt:lpstr>Gidravlik transformatorlar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Gidrotransformatorda energiyaning yo‘qotilishi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Gidravlik transformatorlar</dc:title>
  <dc:creator>ASUS</dc:creator>
  <cp:lastModifiedBy>ASUS</cp:lastModifiedBy>
  <cp:revision>19</cp:revision>
  <dcterms:created xsi:type="dcterms:W3CDTF">2022-12-02T16:02:50Z</dcterms:created>
  <dcterms:modified xsi:type="dcterms:W3CDTF">2022-12-09T18:13:28Z</dcterms:modified>
</cp:coreProperties>
</file>