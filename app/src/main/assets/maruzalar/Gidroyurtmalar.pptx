
<file path=[Content_Types].xml><?xml version="1.0" encoding="utf-8"?>
<Types xmlns="http://schemas.openxmlformats.org/package/2006/content-types">
  <Default Extension="gif" ContentType="image/gif"/>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diagrams/data1.xml" ContentType="application/vnd.openxmlformats-officedocument.drawingml.diagramData+xml"/>
  <Override PartName="/ppt/diagrams/layout1.xml" ContentType="application/vnd.openxmlformats-officedocument.drawingml.diagramLayout+xml"/>
  <Override PartName="/ppt/diagrams/quickStyle1.xml" ContentType="application/vnd.openxmlformats-officedocument.drawingml.diagramStyle+xml"/>
  <Override PartName="/ppt/diagrams/colors1.xml" ContentType="application/vnd.openxmlformats-officedocument.drawingml.diagramColors+xml"/>
  <Override PartName="/ppt/diagrams/drawing1.xml" ContentType="application/vnd.ms-office.drawingml.diagramDrawing+xml"/>
  <Override PartName="/ppt/diagrams/data2.xml" ContentType="application/vnd.openxmlformats-officedocument.drawingml.diagramData+xml"/>
  <Override PartName="/ppt/diagrams/layout2.xml" ContentType="application/vnd.openxmlformats-officedocument.drawingml.diagramLayout+xml"/>
  <Override PartName="/ppt/diagrams/quickStyle2.xml" ContentType="application/vnd.openxmlformats-officedocument.drawingml.diagramStyle+xml"/>
  <Override PartName="/ppt/diagrams/colors2.xml" ContentType="application/vnd.openxmlformats-officedocument.drawingml.diagramColors+xml"/>
  <Override PartName="/ppt/diagrams/drawing2.xml" ContentType="application/vnd.ms-office.drawingml.diagramDrawing+xml"/>
  <Override PartName="/ppt/diagrams/data3.xml" ContentType="application/vnd.openxmlformats-officedocument.drawingml.diagramData+xml"/>
  <Override PartName="/ppt/diagrams/layout3.xml" ContentType="application/vnd.openxmlformats-officedocument.drawingml.diagramLayout+xml"/>
  <Override PartName="/ppt/diagrams/quickStyle3.xml" ContentType="application/vnd.openxmlformats-officedocument.drawingml.diagramStyle+xml"/>
  <Override PartName="/ppt/diagrams/colors3.xml" ContentType="application/vnd.openxmlformats-officedocument.drawingml.diagramColors+xml"/>
  <Override PartName="/ppt/diagrams/drawing3.xml" ContentType="application/vnd.ms-office.drawingml.diagramDrawing+xml"/>
  <Override PartName="/ppt/diagrams/data4.xml" ContentType="application/vnd.openxmlformats-officedocument.drawingml.diagramData+xml"/>
  <Override PartName="/ppt/diagrams/layout4.xml" ContentType="application/vnd.openxmlformats-officedocument.drawingml.diagramLayout+xml"/>
  <Override PartName="/ppt/diagrams/quickStyle4.xml" ContentType="application/vnd.openxmlformats-officedocument.drawingml.diagramStyle+xml"/>
  <Override PartName="/ppt/diagrams/colors4.xml" ContentType="application/vnd.openxmlformats-officedocument.drawingml.diagramColors+xml"/>
  <Override PartName="/ppt/diagrams/drawing4.xml" ContentType="application/vnd.ms-office.drawingml.diagramDrawing+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84" r:id="rId1"/>
  </p:sldMasterIdLst>
  <p:sldIdLst>
    <p:sldId id="256" r:id="rId2"/>
    <p:sldId id="257" r:id="rId3"/>
    <p:sldId id="258" r:id="rId4"/>
    <p:sldId id="259" r:id="rId5"/>
    <p:sldId id="261" r:id="rId6"/>
    <p:sldId id="263" r:id="rId7"/>
    <p:sldId id="265" r:id="rId8"/>
    <p:sldId id="266" r:id="rId9"/>
    <p:sldId id="269" r:id="rId10"/>
    <p:sldId id="273" r:id="rId11"/>
    <p:sldId id="274" r:id="rId12"/>
    <p:sldId id="270" r:id="rId13"/>
    <p:sldId id="275" r:id="rId14"/>
    <p:sldId id="271" r:id="rId15"/>
    <p:sldId id="272" r:id="rId16"/>
    <p:sldId id="276" r:id="rId17"/>
    <p:sldId id="278" r:id="rId18"/>
    <p:sldId id="279" r:id="rId19"/>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384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4994" autoAdjust="0"/>
    <p:restoredTop sz="94660"/>
  </p:normalViewPr>
  <p:slideViewPr>
    <p:cSldViewPr snapToGrid="0">
      <p:cViewPr varScale="1">
        <p:scale>
          <a:sx n="86" d="100"/>
          <a:sy n="86" d="100"/>
        </p:scale>
        <p:origin x="562" y="67"/>
      </p:cViewPr>
      <p:guideLst>
        <p:guide orient="horz" pos="2160"/>
        <p:guide pos="3840"/>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3" Type="http://schemas.openxmlformats.org/officeDocument/2006/relationships/slide" Target="slides/slide2.xml"/><Relationship Id="rId21" Type="http://schemas.openxmlformats.org/officeDocument/2006/relationships/viewProps" Target="viewProp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tableStyles" Target="tableStyles.xml"/><Relationship Id="rId10" Type="http://schemas.openxmlformats.org/officeDocument/2006/relationships/slide" Target="slides/slide9.xml"/><Relationship Id="rId19" Type="http://schemas.openxmlformats.org/officeDocument/2006/relationships/slide" Target="slides/slide18.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theme" Target="theme/theme1.xml"/></Relationships>
</file>

<file path=ppt/diagrams/colors1.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2.xml><?xml version="1.0" encoding="utf-8"?>
<dgm:colorsDef xmlns:dgm="http://schemas.openxmlformats.org/drawingml/2006/diagram" xmlns:a="http://schemas.openxmlformats.org/drawingml/2006/main" uniqueId="urn:microsoft.com/office/officeart/2005/8/colors/colorful1">
  <dgm:title val=""/>
  <dgm:desc val=""/>
  <dgm:catLst>
    <dgm:cat type="colorful" pri="10100"/>
  </dgm:catLst>
  <dgm:styleLbl name="node0">
    <dgm:fillClrLst meth="repeat">
      <a:schemeClr val="accent1"/>
    </dgm:fillClrLst>
    <dgm:linClrLst meth="repeat">
      <a:schemeClr val="lt1"/>
    </dgm:linClrLst>
    <dgm:effectClrLst/>
    <dgm:txLinClrLst/>
    <dgm:txFillClrLst/>
    <dgm:txEffectClrLst/>
  </dgm:styleLbl>
  <dgm:styleLbl name="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alignNode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dgm:txEffectClrLst/>
  </dgm:styleLbl>
  <dgm:styleLbl name="lnNode1">
    <dgm:fillClrLst meth="repeat">
      <a:schemeClr val="accent2"/>
      <a:schemeClr val="accent3"/>
      <a:schemeClr val="accent4"/>
      <a:schemeClr val="accent5"/>
      <a:schemeClr val="accent6"/>
    </dgm:fillClrLst>
    <dgm:linClrLst meth="repeat">
      <a:schemeClr val="lt1"/>
    </dgm:linClrLst>
    <dgm:effectClrLst/>
    <dgm:txLinClrLst/>
    <dgm:txFillClrLst/>
    <dgm:txEffectClrLst/>
  </dgm:styleLbl>
  <dgm:styleLbl name="vennNode1">
    <dgm:fillClrLst meth="repeat">
      <a:schemeClr val="accent2">
        <a:alpha val="50000"/>
      </a:schemeClr>
      <a:schemeClr val="accent3">
        <a:alpha val="50000"/>
      </a:schemeClr>
      <a:schemeClr val="accent4">
        <a:alpha val="50000"/>
      </a:schemeClr>
      <a:schemeClr val="accent5">
        <a:alpha val="50000"/>
      </a:schemeClr>
      <a:schemeClr val="accent6">
        <a:alpha val="50000"/>
      </a:schemeClr>
    </dgm:fillClrLst>
    <dgm:linClrLst meth="repeat">
      <a:schemeClr val="lt1"/>
    </dgm:linClrLst>
    <dgm:effectClrLst/>
    <dgm:txLinClrLst/>
    <dgm:txFillClrLst/>
    <dgm:txEffectClrLst/>
  </dgm:styleLbl>
  <dgm:styleLbl name="node2">
    <dgm:fillClrLst>
      <a:schemeClr val="accent2"/>
    </dgm:fillClrLst>
    <dgm:linClrLst meth="repeat">
      <a:schemeClr val="lt1"/>
    </dgm:linClrLst>
    <dgm:effectClrLst/>
    <dgm:txLinClrLst/>
    <dgm:txFillClrLst/>
    <dgm:txEffectClrLst/>
  </dgm:styleLbl>
  <dgm:styleLbl name="node3">
    <dgm:fillClrLst>
      <a:schemeClr val="accent3"/>
    </dgm:fillClrLst>
    <dgm:linClrLst meth="repeat">
      <a:schemeClr val="lt1"/>
    </dgm:linClrLst>
    <dgm:effectClrLst/>
    <dgm:txLinClrLst/>
    <dgm:txFillClrLst/>
    <dgm:txEffectClrLst/>
  </dgm:styleLbl>
  <dgm:styleLbl name="node4">
    <dgm:fillClrLst>
      <a:schemeClr val="accent4"/>
    </dgm:fillClrLst>
    <dgm:linClrLst meth="repeat">
      <a:schemeClr val="lt1"/>
    </dgm:linClrLst>
    <dgm:effectClrLst/>
    <dgm:txLinClrLst/>
    <dgm:txFillClrLst/>
    <dgm:txEffectClrLst/>
  </dgm:styleLbl>
  <dgm:styleLbl name="fgImgPlace1">
    <dgm:fillClrLst meth="repeat">
      <a:schemeClr val="accent2">
        <a:tint val="50000"/>
      </a:schemeClr>
      <a:schemeClr val="accent3">
        <a:tint val="50000"/>
      </a:schemeClr>
      <a:schemeClr val="accent4">
        <a:tint val="50000"/>
      </a:schemeClr>
      <a:schemeClr val="accent5">
        <a:tint val="50000"/>
      </a:schemeClr>
      <a:schemeClr val="accent6">
        <a:tint val="50000"/>
      </a:schemeClr>
    </dgm:fillClrLst>
    <dgm:linClrLst meth="repeat">
      <a:schemeClr val="lt1"/>
    </dgm:linClrLst>
    <dgm:effectClrLst/>
    <dgm:txLinClrLst/>
    <dgm:txFillClrLst meth="repeat">
      <a:schemeClr val="lt1"/>
    </dgm:txFillClrLst>
    <dgm:txEffectClrLst/>
  </dgm:styleLbl>
  <dgm:styleLbl name="align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bgImgPlace1">
    <dgm:fillClrLst>
      <a:schemeClr val="accent1">
        <a:tint val="50000"/>
      </a:schemeClr>
      <a:schemeClr val="accent2">
        <a:tint val="20000"/>
      </a:schemeClr>
    </dgm:fillClrLst>
    <dgm:linClrLst meth="repeat">
      <a:schemeClr val="lt1"/>
    </dgm:linClrLst>
    <dgm:effectClrLst/>
    <dgm:txLinClrLst/>
    <dgm:txFillClrLst meth="repeat">
      <a:schemeClr val="lt1"/>
    </dgm:txFillClrLst>
    <dgm:txEffectClrLst/>
  </dgm:styleLbl>
  <dgm:styleLbl name="sibTrans2D1">
    <dgm:fillClrLst meth="repeat">
      <a:schemeClr val="accent2"/>
      <a:schemeClr val="accent3"/>
      <a:schemeClr val="accent4"/>
      <a:schemeClr val="accent5"/>
      <a:schemeClr val="accent6"/>
    </dgm:fillClrLst>
    <dgm:linClrLst meth="cycle">
      <a:schemeClr val="lt1"/>
    </dgm:linClrLst>
    <dgm:effectClrLst/>
    <dgm:txLinClrLst/>
    <dgm:txFillClrLst/>
    <dgm:txEffectClrLst/>
  </dgm:styleLbl>
  <dgm:styleLbl name="f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bgSibTrans2D1">
    <dgm:fillClrLst meth="repeat">
      <a:schemeClr val="accent2"/>
      <a:schemeClr val="accent3"/>
      <a:schemeClr val="accent4"/>
      <a:schemeClr val="accent5"/>
      <a:schemeClr val="accent6"/>
    </dgm:fillClrLst>
    <dgm:linClrLst meth="cycle">
      <a:schemeClr val="lt1"/>
    </dgm:linClrLst>
    <dgm:effectClrLst/>
    <dgm:txLinClrLst/>
    <dgm:txFillClrLst meth="repeat">
      <a:schemeClr val="lt1"/>
    </dgm:txFillClrLst>
    <dgm:txEffectClrLst/>
  </dgm:styleLbl>
  <dgm:styleLbl name="sibTrans1D1">
    <dgm:fillClrLst meth="repeat">
      <a:schemeClr val="accent2"/>
      <a:schemeClr val="accent3"/>
      <a:schemeClr val="accent4"/>
      <a:schemeClr val="accent5"/>
      <a:schemeClr val="accent6"/>
    </dgm:fillClrLst>
    <dgm:linClrLst meth="repeat">
      <a:schemeClr val="accent2"/>
      <a:schemeClr val="accent3"/>
      <a:schemeClr val="accent4"/>
      <a:schemeClr val="accent5"/>
      <a:schemeClr val="accent6"/>
    </dgm:linClrLst>
    <dgm:effectClrLst/>
    <dgm:txLinClrLst/>
    <dgm:txFillClrLst meth="repeat">
      <a:schemeClr val="tx1"/>
    </dgm:txFillClrLst>
    <dgm:txEffectClrLst/>
  </dgm:styleLbl>
  <dgm:styleLbl name="callout">
    <dgm:fillClrLst meth="repeat">
      <a:schemeClr val="accent2"/>
    </dgm:fillClrLst>
    <dgm:linClrLst meth="repeat">
      <a:schemeClr val="accent2">
        <a:tint val="50000"/>
      </a:schemeClr>
    </dgm:linClrLst>
    <dgm:effectClrLst/>
    <dgm:txLinClrLst/>
    <dgm:txFillClrLst meth="repeat">
      <a:schemeClr val="tx1"/>
    </dgm:txFillClrLst>
    <dgm:txEffectClrLst/>
  </dgm:styleLbl>
  <dgm:styleLbl name="asst0">
    <dgm:fillClrLst meth="repeat">
      <a:schemeClr val="accent1"/>
    </dgm:fillClrLst>
    <dgm:linClrLst meth="repeat">
      <a:schemeClr val="lt1"/>
    </dgm:linClrLst>
    <dgm:effectClrLst/>
    <dgm:txLinClrLst/>
    <dgm:txFillClrLst/>
    <dgm:txEffectClrLst/>
  </dgm:styleLbl>
  <dgm:styleLbl name="asst1">
    <dgm:fillClrLst meth="repeat">
      <a:schemeClr val="accent2"/>
    </dgm:fillClrLst>
    <dgm:linClrLst meth="repeat">
      <a:schemeClr val="lt1"/>
    </dgm:linClrLst>
    <dgm:effectClrLst/>
    <dgm:txLinClrLst/>
    <dgm:txFillClrLst/>
    <dgm:txEffectClrLst/>
  </dgm:styleLbl>
  <dgm:styleLbl name="asst2">
    <dgm:fillClrLst>
      <a:schemeClr val="accent3"/>
    </dgm:fillClrLst>
    <dgm:linClrLst meth="repeat">
      <a:schemeClr val="lt1"/>
    </dgm:linClrLst>
    <dgm:effectClrLst/>
    <dgm:txLinClrLst/>
    <dgm:txFillClrLst/>
    <dgm:txEffectClrLst/>
  </dgm:styleLbl>
  <dgm:styleLbl name="asst3">
    <dgm:fillClrLst>
      <a:schemeClr val="accent4"/>
    </dgm:fillClrLst>
    <dgm:linClrLst meth="repeat">
      <a:schemeClr val="lt1"/>
    </dgm:linClrLst>
    <dgm:effectClrLst/>
    <dgm:txLinClrLst/>
    <dgm:txFillClrLst/>
    <dgm:txEffectClrLst/>
  </dgm:styleLbl>
  <dgm:styleLbl name="asst4">
    <dgm:fillClrLst>
      <a:schemeClr val="accent5"/>
    </dgm:fillClrLst>
    <dgm:linClrLst meth="repeat">
      <a:schemeClr val="lt1"/>
    </dgm:linClrLst>
    <dgm:effectClrLst/>
    <dgm:txLinClrLst/>
    <dgm:txFillClrLst/>
    <dgm:txEffectClrLst/>
  </dgm:styleLbl>
  <dgm:styleLbl name="parChTrans2D1">
    <dgm:fillClrLst meth="repeat">
      <a:schemeClr val="accent2"/>
    </dgm:fillClrLst>
    <dgm:linClrLst meth="repeat">
      <a:schemeClr val="lt1"/>
    </dgm:linClrLst>
    <dgm:effectClrLst/>
    <dgm:txLinClrLst/>
    <dgm:txFillClrLst meth="repeat">
      <a:schemeClr val="lt1"/>
    </dgm:txFillClrLst>
    <dgm:txEffectClrLst/>
  </dgm:styleLbl>
  <dgm:styleLbl name="parChTrans2D2">
    <dgm:fillClrLst meth="repeat">
      <a:schemeClr val="accent3"/>
    </dgm:fillClrLst>
    <dgm:linClrLst meth="repeat">
      <a:schemeClr val="lt1"/>
    </dgm:linClrLst>
    <dgm:effectClrLst/>
    <dgm:txLinClrLst/>
    <dgm:txFillClrLst/>
    <dgm:txEffectClrLst/>
  </dgm:styleLbl>
  <dgm:styleLbl name="parChTrans2D3">
    <dgm:fillClrLst meth="repeat">
      <a:schemeClr val="accent4"/>
    </dgm:fillClrLst>
    <dgm:linClrLst meth="repeat">
      <a:schemeClr val="lt1"/>
    </dgm:linClrLst>
    <dgm:effectClrLst/>
    <dgm:txLinClrLst/>
    <dgm:txFillClrLst/>
    <dgm:txEffectClrLst/>
  </dgm:styleLbl>
  <dgm:styleLbl name="parChTrans2D4">
    <dgm:fillClrLst meth="repeat">
      <a:schemeClr val="accent5"/>
    </dgm:fillClrLst>
    <dgm:linClrLst meth="repeat">
      <a:schemeClr val="lt1"/>
    </dgm:linClrLst>
    <dgm:effectClrLst/>
    <dgm:txLinClrLst/>
    <dgm:txFillClrLst meth="repeat">
      <a:schemeClr val="lt1"/>
    </dgm:txFillClrLst>
    <dgm:txEffectClrLst/>
  </dgm:styleLbl>
  <dgm:styleLbl name="parChTrans1D1">
    <dgm:fillClrLst meth="repeat">
      <a:schemeClr val="accent2"/>
    </dgm:fillClrLst>
    <dgm:linClrLst meth="repeat">
      <a:schemeClr val="accent1"/>
    </dgm:linClrLst>
    <dgm:effectClrLst/>
    <dgm:txLinClrLst/>
    <dgm:txFillClrLst meth="repeat">
      <a:schemeClr val="tx1"/>
    </dgm:txFillClrLst>
    <dgm:txEffectClrLst/>
  </dgm:styleLbl>
  <dgm:styleLbl name="parChTrans1D2">
    <dgm:fillClrLst meth="repeat">
      <a:schemeClr val="accent3">
        <a:tint val="90000"/>
      </a:schemeClr>
    </dgm:fillClrLst>
    <dgm:linClrLst meth="repeat">
      <a:schemeClr val="accent2"/>
    </dgm:linClrLst>
    <dgm:effectClrLst/>
    <dgm:txLinClrLst/>
    <dgm:txFillClrLst meth="repeat">
      <a:schemeClr val="tx1"/>
    </dgm:txFillClrLst>
    <dgm:txEffectClrLst/>
  </dgm:styleLbl>
  <dgm:styleLbl name="parChTrans1D3">
    <dgm:fillClrLst meth="repeat">
      <a:schemeClr val="accent4">
        <a:tint val="70000"/>
      </a:schemeClr>
    </dgm:fillClrLst>
    <dgm:linClrLst meth="repeat">
      <a:schemeClr val="accent3"/>
    </dgm:linClrLst>
    <dgm:effectClrLst/>
    <dgm:txLinClrLst/>
    <dgm:txFillClrLst meth="repeat">
      <a:schemeClr val="tx1"/>
    </dgm:txFillClrLst>
    <dgm:txEffectClrLst/>
  </dgm:styleLbl>
  <dgm:styleLbl name="parChTrans1D4">
    <dgm:fillClrLst meth="repeat">
      <a:schemeClr val="accent5">
        <a:tint val="50000"/>
      </a:schemeClr>
    </dgm:fillClrLst>
    <dgm:linClrLst meth="repeat">
      <a:schemeClr val="accent4"/>
    </dgm:linClrLst>
    <dgm:effectClrLst/>
    <dgm:txLinClrLst/>
    <dgm:txFillClrLst meth="repeat">
      <a:schemeClr val="tx1"/>
    </dgm:txFillClrLst>
    <dgm:txEffectClrLst/>
  </dgm:styleLbl>
  <dgm:styleLbl name="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conF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align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trAlignAcc1">
    <dgm:fillClrLst meth="repeat">
      <a:schemeClr val="lt1">
        <a:alpha val="40000"/>
      </a:schemeClr>
    </dgm:fillClrLst>
    <dgm:linClrLst meth="repeat">
      <a:schemeClr val="accent1"/>
    </dgm:linClrLst>
    <dgm:effectClrLst/>
    <dgm:txLinClrLst/>
    <dgm:txFillClrLst meth="repeat">
      <a:schemeClr val="dk1"/>
    </dgm:txFillClrLst>
    <dgm:txEffectClrLst/>
  </dgm:styleLbl>
  <dgm:styleLbl name="bgAcc1">
    <dgm:fillClrLst meth="repeat">
      <a:schemeClr val="lt1">
        <a:alpha val="90000"/>
      </a:schemeClr>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F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Align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solidBgAcc1">
    <dgm:fillClrLst meth="repeat">
      <a:schemeClr val="lt1"/>
    </dgm:fillClrLst>
    <dgm:linClrLst meth="repeat">
      <a:schemeClr val="accent2"/>
      <a:schemeClr val="accent3"/>
      <a:schemeClr val="accent4"/>
      <a:schemeClr val="accent5"/>
      <a:schemeClr val="accent6"/>
    </dgm:linClrLst>
    <dgm:effectClrLst/>
    <dgm:txLinClrLst/>
    <dgm:txFillClrLst meth="repeat">
      <a:schemeClr val="dk1"/>
    </dgm:txFillClrLst>
    <dgm:txEffectClrLst/>
  </dgm:styleLbl>
  <dgm:styleLbl name="f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align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bgAccFollowNode1">
    <dgm:fill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fillClrLst>
    <dgm:linClrLst meth="repeat">
      <a:schemeClr val="accent2">
        <a:tint val="40000"/>
        <a:alpha val="90000"/>
      </a:schemeClr>
      <a:schemeClr val="accent3">
        <a:tint val="40000"/>
        <a:alpha val="90000"/>
      </a:schemeClr>
      <a:schemeClr val="accent4">
        <a:tint val="40000"/>
        <a:alpha val="90000"/>
      </a:schemeClr>
      <a:schemeClr val="accent5">
        <a:tint val="40000"/>
        <a:alpha val="90000"/>
      </a:schemeClr>
      <a:schemeClr val="accent6">
        <a:tint val="40000"/>
        <a:alpha val="90000"/>
      </a:schemeClr>
    </dgm:linClrLst>
    <dgm:effectClrLst/>
    <dgm:txLinClrLst/>
    <dgm:txFillClrLst meth="repeat">
      <a:schemeClr val="dk1"/>
    </dgm:txFillClrLst>
    <dgm:txEffectClrLst/>
  </dgm:styleLbl>
  <dgm:styleLbl name="fgAcc0">
    <dgm:fillClrLst meth="repeat">
      <a:schemeClr val="lt1">
        <a:alpha val="90000"/>
      </a:schemeClr>
    </dgm:fillClrLst>
    <dgm:linClrLst>
      <a:schemeClr val="accent1"/>
    </dgm:linClrLst>
    <dgm:effectClrLst/>
    <dgm:txLinClrLst/>
    <dgm:txFillClrLst meth="repeat">
      <a:schemeClr val="dk1"/>
    </dgm:txFillClrLst>
    <dgm:txEffectClrLst/>
  </dgm:styleLbl>
  <dgm:styleLbl name="fgAcc2">
    <dgm:fillClrLst meth="repeat">
      <a:schemeClr val="lt1">
        <a:alpha val="90000"/>
      </a:schemeClr>
    </dgm:fillClrLst>
    <dgm:linClrLst>
      <a:schemeClr val="accent2"/>
    </dgm:linClrLst>
    <dgm:effectClrLst/>
    <dgm:txLinClrLst/>
    <dgm:txFillClrLst meth="repeat">
      <a:schemeClr val="dk1"/>
    </dgm:txFillClrLst>
    <dgm:txEffectClrLst/>
  </dgm:styleLbl>
  <dgm:styleLbl name="fgAcc3">
    <dgm:fillClrLst meth="repeat">
      <a:schemeClr val="lt1">
        <a:alpha val="90000"/>
      </a:schemeClr>
    </dgm:fillClrLst>
    <dgm:linClrLst>
      <a:schemeClr val="accent3"/>
    </dgm:linClrLst>
    <dgm:effectClrLst/>
    <dgm:txLinClrLst/>
    <dgm:txFillClrLst meth="repeat">
      <a:schemeClr val="dk1"/>
    </dgm:txFillClrLst>
    <dgm:txEffectClrLst/>
  </dgm:styleLbl>
  <dgm:styleLbl name="fgAcc4">
    <dgm:fillClrLst meth="repeat">
      <a:schemeClr val="lt1">
        <a:alpha val="90000"/>
      </a:schemeClr>
    </dgm:fillClrLst>
    <dgm:linClrLst>
      <a:schemeClr val="accent4"/>
    </dgm:linClrLst>
    <dgm:effectClrLst/>
    <dgm:txLinClrLst/>
    <dgm:txFillClrLst meth="repeat">
      <a:schemeClr val="dk1"/>
    </dgm:txFillClrLst>
    <dgm:txEffectClrLst/>
  </dgm:styleLbl>
  <dgm:styleLbl name="bgShp">
    <dgm:fillClrLst meth="repeat">
      <a:schemeClr val="accent2">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accent2">
        <a:shade val="90000"/>
      </a:schemeClr>
    </dgm:fillClrLst>
    <dgm:linClrLst meth="repeat">
      <a:schemeClr val="dk1"/>
    </dgm:linClrLst>
    <dgm:effectClrLst/>
    <dgm:txLinClrLst/>
    <dgm:txFillClrLst meth="repeat">
      <a:schemeClr val="lt1"/>
    </dgm:txFillClrLst>
    <dgm:txEffectClrLst/>
  </dgm:styleLbl>
  <dgm:styleLbl name="trBgShp">
    <dgm:fillClrLst meth="repeat">
      <a:schemeClr val="accent1">
        <a:tint val="50000"/>
        <a:alpha val="40000"/>
      </a:schemeClr>
    </dgm:fillClrLst>
    <dgm:linClrLst meth="repeat">
      <a:schemeClr val="accent2"/>
    </dgm:linClrLst>
    <dgm:effectClrLst/>
    <dgm:txLinClrLst/>
    <dgm:txFillClrLst meth="repeat">
      <a:schemeClr val="lt1"/>
    </dgm:txFillClrLst>
    <dgm:txEffectClrLst/>
  </dgm:styleLbl>
  <dgm:styleLbl name="fgShp">
    <dgm:fillClrLst meth="repeat">
      <a:schemeClr val="accent2">
        <a:tint val="4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3.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colors4.xml><?xml version="1.0" encoding="utf-8"?>
<dgm:colorsDef xmlns:dgm="http://schemas.openxmlformats.org/drawingml/2006/diagram" xmlns:a="http://schemas.openxmlformats.org/drawingml/2006/main" uniqueId="urn:microsoft.com/office/officeart/2005/8/colors/accent0_1">
  <dgm:title val=""/>
  <dgm:desc val=""/>
  <dgm:catLst>
    <dgm:cat type="mainScheme" pri="10100"/>
  </dgm:catLst>
  <dgm:styleLbl name="node0">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lig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lnNode1">
    <dgm:fillClrLst meth="repeat">
      <a:schemeClr val="lt1"/>
    </dgm:fillClrLst>
    <dgm:linClrLst meth="repeat">
      <a:schemeClr val="dk1">
        <a:shade val="80000"/>
      </a:schemeClr>
    </dgm:linClrLst>
    <dgm:effectClrLst/>
    <dgm:txLinClrLst/>
    <dgm:txFillClrLst meth="repeat">
      <a:schemeClr val="dk1"/>
    </dgm:txFillClrLst>
    <dgm:txEffectClrLst/>
  </dgm:styleLbl>
  <dgm:styleLbl name="vennNode1">
    <dgm:fillClrLst meth="repeat">
      <a:schemeClr val="lt1">
        <a:alpha val="50000"/>
      </a:schemeClr>
    </dgm:fillClrLst>
    <dgm:linClrLst meth="repeat">
      <a:schemeClr val="dk1">
        <a:shade val="80000"/>
      </a:schemeClr>
    </dgm:linClrLst>
    <dgm:effectClrLst/>
    <dgm:txLinClrLst/>
    <dgm:txFillClrLst/>
    <dgm:txEffectClrLst/>
  </dgm:styleLbl>
  <dgm:styleLbl name="node2">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3">
    <dgm:fillClrLst meth="repeat">
      <a:schemeClr val="lt1"/>
    </dgm:fillClrLst>
    <dgm:linClrLst meth="repeat">
      <a:schemeClr val="dk1">
        <a:shade val="80000"/>
      </a:schemeClr>
    </dgm:linClrLst>
    <dgm:effectClrLst/>
    <dgm:txLinClrLst/>
    <dgm:txFillClrLst meth="repeat">
      <a:schemeClr val="dk1"/>
    </dgm:txFillClrLst>
    <dgm:txEffectClrLst/>
  </dgm:styleLbl>
  <dgm:styleLbl name="node4">
    <dgm:fillClrLst meth="repeat">
      <a:schemeClr val="lt1"/>
    </dgm:fillClrLst>
    <dgm:linClrLst meth="repeat">
      <a:schemeClr val="dk1">
        <a:shade val="80000"/>
      </a:schemeClr>
    </dgm:linClrLst>
    <dgm:effectClrLst/>
    <dgm:txLinClrLst/>
    <dgm:txFillClrLst meth="repeat">
      <a:schemeClr val="dk1"/>
    </dgm:txFillClrLst>
    <dgm:txEffectClrLst/>
  </dgm:styleLbl>
  <dgm:styleLbl name="f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align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bgImgPlace1">
    <dgm:fillClrLst meth="repeat">
      <a:schemeClr val="dk1">
        <a:tint val="40000"/>
      </a:schemeClr>
    </dgm:fillClrLst>
    <dgm:linClrLst meth="repeat">
      <a:schemeClr val="dk1">
        <a:shade val="80000"/>
      </a:schemeClr>
    </dgm:linClrLst>
    <dgm:effectClrLst/>
    <dgm:txLinClrLst/>
    <dgm:txFillClrLst meth="repeat">
      <a:schemeClr val="lt1"/>
    </dgm:txFillClrLst>
    <dgm:txEffectClrLst/>
  </dgm:styleLbl>
  <dgm:styleLbl name="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f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bgSibTrans2D1">
    <dgm:fillClrLst meth="repeat">
      <a:schemeClr val="dk1">
        <a:tint val="60000"/>
      </a:schemeClr>
    </dgm:fillClrLst>
    <dgm:linClrLst meth="repeat">
      <a:schemeClr val="dk1">
        <a:tint val="60000"/>
      </a:schemeClr>
    </dgm:linClrLst>
    <dgm:effectClrLst/>
    <dgm:txLinClrLst/>
    <dgm:txFillClrLst meth="repeat">
      <a:schemeClr val="dk1"/>
    </dgm:txFillClrLst>
    <dgm:txEffectClrLst/>
  </dgm:styleLbl>
  <dgm:styleLbl name="sibTrans1D1">
    <dgm:fillClrLst meth="repeat">
      <a:schemeClr val="dk1"/>
    </dgm:fillClrLst>
    <dgm:linClrLst meth="repeat">
      <a:schemeClr val="dk1"/>
    </dgm:linClrLst>
    <dgm:effectClrLst/>
    <dgm:txLinClrLst/>
    <dgm:txFillClrLst meth="repeat">
      <a:schemeClr val="tx1"/>
    </dgm:txFillClrLst>
    <dgm:txEffectClrLst/>
  </dgm:styleLbl>
  <dgm:styleLbl name="callout">
    <dgm:fillClrLst meth="repeat">
      <a:schemeClr val="dk1"/>
    </dgm:fillClrLst>
    <dgm:linClrLst meth="repeat">
      <a:schemeClr val="dk1"/>
    </dgm:linClrLst>
    <dgm:effectClrLst/>
    <dgm:txLinClrLst/>
    <dgm:txFillClrLst meth="repeat">
      <a:schemeClr val="tx1"/>
    </dgm:txFillClrLst>
    <dgm:txEffectClrLst/>
  </dgm:styleLbl>
  <dgm:styleLbl name="asst0">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1">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2">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3">
    <dgm:fillClrLst meth="repeat">
      <a:schemeClr val="lt1"/>
    </dgm:fillClrLst>
    <dgm:linClrLst meth="repeat">
      <a:schemeClr val="dk1">
        <a:shade val="80000"/>
      </a:schemeClr>
    </dgm:linClrLst>
    <dgm:effectClrLst/>
    <dgm:txLinClrLst/>
    <dgm:txFillClrLst meth="repeat">
      <a:schemeClr val="dk1"/>
    </dgm:txFillClrLst>
    <dgm:txEffectClrLst/>
  </dgm:styleLbl>
  <dgm:styleLbl name="asst4">
    <dgm:fillClrLst meth="repeat">
      <a:schemeClr val="lt1"/>
    </dgm:fillClrLst>
    <dgm:linClrLst meth="repeat">
      <a:schemeClr val="dk1">
        <a:shade val="80000"/>
      </a:schemeClr>
    </dgm:linClrLst>
    <dgm:effectClrLst/>
    <dgm:txLinClrLst/>
    <dgm:txFillClrLst meth="repeat">
      <a:schemeClr val="dk1"/>
    </dgm:txFillClrLst>
    <dgm:txEffectClrLst/>
  </dgm:styleLbl>
  <dgm:styleLbl name="parChTrans2D1">
    <dgm:fillClrLst meth="repeat">
      <a:schemeClr val="dk1">
        <a:tint val="60000"/>
      </a:schemeClr>
    </dgm:fillClrLst>
    <dgm:linClrLst meth="repeat">
      <a:schemeClr val="dk1">
        <a:tint val="60000"/>
      </a:schemeClr>
    </dgm:linClrLst>
    <dgm:effectClrLst/>
    <dgm:txLinClrLst/>
    <dgm:txFillClrLst/>
    <dgm:txEffectClrLst/>
  </dgm:styleLbl>
  <dgm:styleLbl name="parChTrans2D2">
    <dgm:fillClrLst meth="repeat">
      <a:schemeClr val="dk1"/>
    </dgm:fillClrLst>
    <dgm:linClrLst meth="repeat">
      <a:schemeClr val="dk1"/>
    </dgm:linClrLst>
    <dgm:effectClrLst/>
    <dgm:txLinClrLst/>
    <dgm:txFillClrLst/>
    <dgm:txEffectClrLst/>
  </dgm:styleLbl>
  <dgm:styleLbl name="parChTrans2D3">
    <dgm:fillClrLst meth="repeat">
      <a:schemeClr val="dk1"/>
    </dgm:fillClrLst>
    <dgm:linClrLst meth="repeat">
      <a:schemeClr val="dk1"/>
    </dgm:linClrLst>
    <dgm:effectClrLst/>
    <dgm:txLinClrLst/>
    <dgm:txFillClrLst/>
    <dgm:txEffectClrLst/>
  </dgm:styleLbl>
  <dgm:styleLbl name="parChTrans2D4">
    <dgm:fillClrLst meth="repeat">
      <a:schemeClr val="dk1"/>
    </dgm:fillClrLst>
    <dgm:linClrLst meth="repeat">
      <a:schemeClr val="dk1"/>
    </dgm:linClrLst>
    <dgm:effectClrLst/>
    <dgm:txLinClrLst/>
    <dgm:txFillClrLst meth="repeat">
      <a:schemeClr val="lt1"/>
    </dgm:txFillClrLst>
    <dgm:txEffectClrLst/>
  </dgm:styleLbl>
  <dgm:styleLbl name="parChTrans1D1">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2">
    <dgm:fillClrLst meth="repeat">
      <a:schemeClr val="dk1"/>
    </dgm:fillClrLst>
    <dgm:linClrLst meth="repeat">
      <a:schemeClr val="dk1">
        <a:shade val="60000"/>
      </a:schemeClr>
    </dgm:linClrLst>
    <dgm:effectClrLst/>
    <dgm:txLinClrLst/>
    <dgm:txFillClrLst meth="repeat">
      <a:schemeClr val="tx1"/>
    </dgm:txFillClrLst>
    <dgm:txEffectClrLst/>
  </dgm:styleLbl>
  <dgm:styleLbl name="parChTrans1D3">
    <dgm:fillClrLst meth="repeat">
      <a:schemeClr val="dk1"/>
    </dgm:fillClrLst>
    <dgm:linClrLst meth="repeat">
      <a:schemeClr val="dk1">
        <a:shade val="80000"/>
      </a:schemeClr>
    </dgm:linClrLst>
    <dgm:effectClrLst/>
    <dgm:txLinClrLst/>
    <dgm:txFillClrLst meth="repeat">
      <a:schemeClr val="tx1"/>
    </dgm:txFillClrLst>
    <dgm:txEffectClrLst/>
  </dgm:styleLbl>
  <dgm:styleLbl name="parChTrans1D4">
    <dgm:fillClrLst meth="repeat">
      <a:schemeClr val="dk1"/>
    </dgm:fillClrLst>
    <dgm:linClrLst meth="repeat">
      <a:schemeClr val="dk1">
        <a:shade val="80000"/>
      </a:schemeClr>
    </dgm:linClrLst>
    <dgm:effectClrLst/>
    <dgm:txLinClrLst/>
    <dgm:txFillClrLst meth="repeat">
      <a:schemeClr val="tx1"/>
    </dgm:txFillClrLst>
    <dgm:txEffectClrLst/>
  </dgm:styleLbl>
  <dgm:styleLbl name="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conF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align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trAlignAcc1">
    <dgm:fillClrLst meth="repeat">
      <a:schemeClr val="dk1">
        <a:alpha val="40000"/>
        <a:tint val="40000"/>
      </a:schemeClr>
    </dgm:fillClrLst>
    <dgm:linClrLst meth="repeat">
      <a:schemeClr val="dk1"/>
    </dgm:linClrLst>
    <dgm:effectClrLst/>
    <dgm:txLinClrLst/>
    <dgm:txFillClrLst meth="repeat">
      <a:schemeClr val="dk1"/>
    </dgm:txFillClrLst>
    <dgm:txEffectClrLst/>
  </dgm:styleLbl>
  <dgm:styleLbl name="bgAcc1">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solidFgAcc1">
    <dgm:fillClrLst meth="repeat">
      <a:schemeClr val="lt1"/>
    </dgm:fillClrLst>
    <dgm:linClrLst meth="repeat">
      <a:schemeClr val="dk1"/>
    </dgm:linClrLst>
    <dgm:effectClrLst/>
    <dgm:txLinClrLst/>
    <dgm:txFillClrLst meth="repeat">
      <a:schemeClr val="dk1"/>
    </dgm:txFillClrLst>
    <dgm:txEffectClrLst/>
  </dgm:styleLbl>
  <dgm:styleLbl name="solidAlignAcc1">
    <dgm:fillClrLst meth="repeat">
      <a:schemeClr val="lt1"/>
    </dgm:fillClrLst>
    <dgm:linClrLst meth="repeat">
      <a:schemeClr val="dk1"/>
    </dgm:linClrLst>
    <dgm:effectClrLst/>
    <dgm:txLinClrLst/>
    <dgm:txFillClrLst meth="repeat">
      <a:schemeClr val="dk1"/>
    </dgm:txFillClrLst>
    <dgm:txEffectClrLst/>
  </dgm:styleLbl>
  <dgm:styleLbl name="solidBgAcc1">
    <dgm:fillClrLst meth="repeat">
      <a:schemeClr val="lt1"/>
    </dgm:fillClrLst>
    <dgm:linClrLst meth="repeat">
      <a:schemeClr val="dk1"/>
    </dgm:linClrLst>
    <dgm:effectClrLst/>
    <dgm:txLinClrLst/>
    <dgm:txFillClrLst meth="repeat">
      <a:schemeClr val="dk1"/>
    </dgm:txFillClrLst>
    <dgm:txEffectClrLst/>
  </dgm:styleLbl>
  <dgm:styleLbl name="f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align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bgAccFollowNode1">
    <dgm:fillClrLst meth="repeat">
      <a:schemeClr val="lt1">
        <a:alpha val="90000"/>
        <a:tint val="40000"/>
      </a:schemeClr>
    </dgm:fillClrLst>
    <dgm:linClrLst meth="repeat">
      <a:schemeClr val="dk1">
        <a:alpha val="90000"/>
      </a:schemeClr>
    </dgm:linClrLst>
    <dgm:effectClrLst/>
    <dgm:txLinClrLst/>
    <dgm:txFillClrLst meth="repeat">
      <a:schemeClr val="dk1"/>
    </dgm:txFillClrLst>
    <dgm:txEffectClrLst/>
  </dgm:styleLbl>
  <dgm:styleLbl name="fgAcc0">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2">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3">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fgAcc4">
    <dgm:fillClrLst meth="repeat">
      <a:schemeClr val="dk1">
        <a:alpha val="90000"/>
        <a:tint val="40000"/>
      </a:schemeClr>
    </dgm:fillClrLst>
    <dgm:linClrLst meth="repeat">
      <a:schemeClr val="dk1"/>
    </dgm:linClrLst>
    <dgm:effectClrLst/>
    <dgm:txLinClrLst/>
    <dgm:txFillClrLst meth="repeat">
      <a:schemeClr val="dk1"/>
    </dgm:txFillClrLst>
    <dgm:txEffectClrLst/>
  </dgm:styleLbl>
  <dgm:styleLbl name="bgShp">
    <dgm:fillClrLst meth="repeat">
      <a:schemeClr val="dk1">
        <a:tint val="40000"/>
      </a:schemeClr>
    </dgm:fillClrLst>
    <dgm:linClrLst meth="repeat">
      <a:schemeClr val="dk1"/>
    </dgm:linClrLst>
    <dgm:effectClrLst/>
    <dgm:txLinClrLst/>
    <dgm:txFillClrLst meth="repeat">
      <a:schemeClr val="dk1"/>
    </dgm:txFillClrLst>
    <dgm:txEffectClrLst/>
  </dgm:styleLbl>
  <dgm:styleLbl name="dkBgShp">
    <dgm:fillClrLst meth="repeat">
      <a:schemeClr val="dk1">
        <a:shade val="80000"/>
      </a:schemeClr>
    </dgm:fillClrLst>
    <dgm:linClrLst meth="repeat">
      <a:schemeClr val="dk1"/>
    </dgm:linClrLst>
    <dgm:effectClrLst/>
    <dgm:txLinClrLst/>
    <dgm:txFillClrLst meth="repeat">
      <a:schemeClr val="lt1"/>
    </dgm:txFillClrLst>
    <dgm:txEffectClrLst/>
  </dgm:styleLbl>
  <dgm:styleLbl name="trBgShp">
    <dgm:fillClrLst meth="repeat">
      <a:schemeClr val="dk1">
        <a:tint val="50000"/>
        <a:alpha val="40000"/>
      </a:schemeClr>
    </dgm:fillClrLst>
    <dgm:linClrLst meth="repeat">
      <a:schemeClr val="dk1"/>
    </dgm:linClrLst>
    <dgm:effectClrLst/>
    <dgm:txLinClrLst/>
    <dgm:txFillClrLst meth="repeat">
      <a:schemeClr val="lt1"/>
    </dgm:txFillClrLst>
    <dgm:txEffectClrLst/>
  </dgm:styleLbl>
  <dgm:styleLbl name="fgShp">
    <dgm:fillClrLst meth="repeat">
      <a:schemeClr val="dk1">
        <a:tint val="60000"/>
      </a:schemeClr>
    </dgm:fillClrLst>
    <dgm:linClrLst meth="repeat">
      <a:schemeClr val="lt1"/>
    </dgm:linClrLst>
    <dgm:effectClrLst/>
    <dgm:txLinClrLst/>
    <dgm:txFillClrLst meth="repeat">
      <a:schemeClr val="dk1"/>
    </dgm:txFillClrLst>
    <dgm:txEffectClrLst/>
  </dgm:styleLbl>
  <dgm:styleLbl name="revTx">
    <dgm:fillClrLst meth="repeat">
      <a:schemeClr val="lt1">
        <a:alpha val="0"/>
      </a:schemeClr>
    </dgm:fillClrLst>
    <dgm:linClrLst meth="repeat">
      <a:schemeClr val="dk1">
        <a:alpha val="0"/>
      </a:schemeClr>
    </dgm:linClrLst>
    <dgm:effectClrLst/>
    <dgm:txLinClrLst/>
    <dgm:txFillClrLst meth="repeat">
      <a:schemeClr val="tx1"/>
    </dgm:txFillClrLst>
    <dgm:txEffectClrLst/>
  </dgm:styleLbl>
</dgm:colorsDef>
</file>

<file path=ppt/diagrams/data1.xml><?xml version="1.0" encoding="utf-8"?>
<dgm:dataModel xmlns:dgm="http://schemas.openxmlformats.org/drawingml/2006/diagram" xmlns:a="http://schemas.openxmlformats.org/drawingml/2006/main">
  <dgm:ptLst>
    <dgm:pt modelId="{2000835A-352E-4B1C-8089-923FFD9C06E4}" type="doc">
      <dgm:prSet loTypeId="urn:microsoft.com/office/officeart/2009/layout/CircleArrowProcess" loCatId="cycle" qsTypeId="urn:microsoft.com/office/officeart/2005/8/quickstyle/simple5" qsCatId="simple" csTypeId="urn:microsoft.com/office/officeart/2005/8/colors/colorful1" csCatId="colorful" phldr="1"/>
      <dgm:spPr/>
      <dgm:t>
        <a:bodyPr/>
        <a:lstStyle/>
        <a:p>
          <a:endParaRPr lang="en-US"/>
        </a:p>
      </dgm:t>
    </dgm:pt>
    <dgm:pt modelId="{2EB24A25-9CD8-4C4D-B43C-3D08EB266C1E}">
      <dgm:prSet phldrT="[Текст]"/>
      <dgm:spPr/>
      <dgm:t>
        <a:bodyPr/>
        <a:lstStyle/>
        <a:p>
          <a:r>
            <a:rPr lang="uz-Cyrl-UZ" dirty="0">
              <a:latin typeface="Times New Roman" panose="02020603050405020304" pitchFamily="18" charset="0"/>
              <a:cs typeface="Times New Roman" panose="02020603050405020304" pitchFamily="18" charset="0"/>
            </a:rPr>
            <a:t>Ishlаsh prinsipigа qаrаb gidrаvlik uzаtmаlаr 2 turlаrgа bo’linаdi. </a:t>
          </a:r>
          <a:endParaRPr lang="en-US" dirty="0">
            <a:latin typeface="Times New Roman" panose="02020603050405020304" pitchFamily="18" charset="0"/>
            <a:cs typeface="Times New Roman" panose="02020603050405020304" pitchFamily="18" charset="0"/>
          </a:endParaRPr>
        </a:p>
      </dgm:t>
    </dgm:pt>
    <dgm:pt modelId="{AF439166-31D5-4248-82B7-8C6B1E936414}" type="parTrans" cxnId="{AFBB69B1-4010-43EA-8546-A6FE4A3F9624}">
      <dgm:prSet/>
      <dgm:spPr/>
      <dgm:t>
        <a:bodyPr/>
        <a:lstStyle/>
        <a:p>
          <a:endParaRPr lang="en-US"/>
        </a:p>
      </dgm:t>
    </dgm:pt>
    <dgm:pt modelId="{CE37CE08-FADF-4596-A4FC-60F818E17FBD}" type="sibTrans" cxnId="{AFBB69B1-4010-43EA-8546-A6FE4A3F9624}">
      <dgm:prSet/>
      <dgm:spPr/>
      <dgm:t>
        <a:bodyPr/>
        <a:lstStyle/>
        <a:p>
          <a:endParaRPr lang="en-US"/>
        </a:p>
      </dgm:t>
    </dgm:pt>
    <dgm:pt modelId="{E8199C4E-9665-4B89-A7C6-1843F248977B}">
      <dgm:prSet phldrT="[Текст]" custT="1"/>
      <dgm:spPr/>
      <dgm:t>
        <a:bodyPr/>
        <a:lstStyle/>
        <a:p>
          <a:r>
            <a:rPr lang="uz-Cyrl-UZ" sz="4000" dirty="0">
              <a:solidFill>
                <a:srgbClr val="FF0000"/>
              </a:solidFill>
              <a:latin typeface="Times New Roman" panose="02020603050405020304" pitchFamily="18" charset="0"/>
              <a:cs typeface="Times New Roman" panose="02020603050405020304" pitchFamily="18" charset="0"/>
            </a:rPr>
            <a:t>hаjmiy</a:t>
          </a:r>
          <a:endParaRPr lang="en-US" sz="4000" dirty="0">
            <a:solidFill>
              <a:srgbClr val="FF0000"/>
            </a:solidFill>
            <a:latin typeface="Times New Roman" panose="02020603050405020304" pitchFamily="18" charset="0"/>
            <a:cs typeface="Times New Roman" panose="02020603050405020304" pitchFamily="18" charset="0"/>
          </a:endParaRPr>
        </a:p>
      </dgm:t>
    </dgm:pt>
    <dgm:pt modelId="{4391E87D-59D0-417F-A4D3-E62AA6D8AD5D}" type="parTrans" cxnId="{044E60AF-ED2D-4AC4-B2D0-8741B6477614}">
      <dgm:prSet/>
      <dgm:spPr/>
      <dgm:t>
        <a:bodyPr/>
        <a:lstStyle/>
        <a:p>
          <a:endParaRPr lang="en-US"/>
        </a:p>
      </dgm:t>
    </dgm:pt>
    <dgm:pt modelId="{869A9BF1-C8B9-4E84-B79D-2586C7BF86FD}" type="sibTrans" cxnId="{044E60AF-ED2D-4AC4-B2D0-8741B6477614}">
      <dgm:prSet/>
      <dgm:spPr/>
      <dgm:t>
        <a:bodyPr/>
        <a:lstStyle/>
        <a:p>
          <a:endParaRPr lang="en-US"/>
        </a:p>
      </dgm:t>
    </dgm:pt>
    <dgm:pt modelId="{F2203799-FB89-4700-984A-67094032E835}">
      <dgm:prSet phldrT="[Текст]" custT="1"/>
      <dgm:spPr/>
      <dgm:t>
        <a:bodyPr/>
        <a:lstStyle/>
        <a:p>
          <a:r>
            <a:rPr lang="uz-Cyrl-UZ" sz="4000" dirty="0">
              <a:solidFill>
                <a:srgbClr val="FF0000"/>
              </a:solidFill>
              <a:latin typeface="Times New Roman" panose="02020603050405020304" pitchFamily="18" charset="0"/>
              <a:cs typeface="Times New Roman" panose="02020603050405020304" pitchFamily="18" charset="0"/>
            </a:rPr>
            <a:t>gidrоdinаmik</a:t>
          </a:r>
          <a:endParaRPr lang="en-US" sz="4000" dirty="0">
            <a:solidFill>
              <a:srgbClr val="FF0000"/>
            </a:solidFill>
            <a:latin typeface="Times New Roman" panose="02020603050405020304" pitchFamily="18" charset="0"/>
            <a:cs typeface="Times New Roman" panose="02020603050405020304" pitchFamily="18" charset="0"/>
          </a:endParaRPr>
        </a:p>
      </dgm:t>
    </dgm:pt>
    <dgm:pt modelId="{76E8219A-441E-488E-B640-9C61FC3DB4BB}" type="parTrans" cxnId="{F94B9910-5B19-4C2D-BCC2-C49ABE6D3BD1}">
      <dgm:prSet/>
      <dgm:spPr/>
      <dgm:t>
        <a:bodyPr/>
        <a:lstStyle/>
        <a:p>
          <a:endParaRPr lang="en-US"/>
        </a:p>
      </dgm:t>
    </dgm:pt>
    <dgm:pt modelId="{89D0FC77-5691-4552-AB42-686154D773D7}" type="sibTrans" cxnId="{F94B9910-5B19-4C2D-BCC2-C49ABE6D3BD1}">
      <dgm:prSet/>
      <dgm:spPr/>
      <dgm:t>
        <a:bodyPr/>
        <a:lstStyle/>
        <a:p>
          <a:endParaRPr lang="en-US"/>
        </a:p>
      </dgm:t>
    </dgm:pt>
    <dgm:pt modelId="{71310C6F-A6DA-4E32-89F8-CADDBAECD1A8}" type="pres">
      <dgm:prSet presAssocID="{2000835A-352E-4B1C-8089-923FFD9C06E4}" presName="Name0" presStyleCnt="0">
        <dgm:presLayoutVars>
          <dgm:chMax val="7"/>
          <dgm:chPref val="7"/>
          <dgm:dir/>
          <dgm:animLvl val="lvl"/>
        </dgm:presLayoutVars>
      </dgm:prSet>
      <dgm:spPr/>
    </dgm:pt>
    <dgm:pt modelId="{C2252B04-17F4-4296-B881-3D96D7732EAE}" type="pres">
      <dgm:prSet presAssocID="{2EB24A25-9CD8-4C4D-B43C-3D08EB266C1E}" presName="Accent1" presStyleCnt="0"/>
      <dgm:spPr/>
    </dgm:pt>
    <dgm:pt modelId="{C1A6CA80-84FC-4B61-90DC-BD3111EFB61F}" type="pres">
      <dgm:prSet presAssocID="{2EB24A25-9CD8-4C4D-B43C-3D08EB266C1E}" presName="Accent" presStyleLbl="node1" presStyleIdx="0" presStyleCnt="1"/>
      <dgm:spPr/>
    </dgm:pt>
    <dgm:pt modelId="{90DA02F7-0DF8-4063-B331-B32835635480}" type="pres">
      <dgm:prSet presAssocID="{2EB24A25-9CD8-4C4D-B43C-3D08EB266C1E}" presName="Child1" presStyleLbl="revTx" presStyleIdx="0" presStyleCnt="2">
        <dgm:presLayoutVars>
          <dgm:chMax val="0"/>
          <dgm:chPref val="0"/>
          <dgm:bulletEnabled val="1"/>
        </dgm:presLayoutVars>
      </dgm:prSet>
      <dgm:spPr/>
    </dgm:pt>
    <dgm:pt modelId="{0B84F8CE-59F8-4E8D-A44A-266FA4226EF6}" type="pres">
      <dgm:prSet presAssocID="{2EB24A25-9CD8-4C4D-B43C-3D08EB266C1E}" presName="Parent1" presStyleLbl="revTx" presStyleIdx="1" presStyleCnt="2">
        <dgm:presLayoutVars>
          <dgm:chMax val="1"/>
          <dgm:chPref val="1"/>
          <dgm:bulletEnabled val="1"/>
        </dgm:presLayoutVars>
      </dgm:prSet>
      <dgm:spPr/>
    </dgm:pt>
  </dgm:ptLst>
  <dgm:cxnLst>
    <dgm:cxn modelId="{C8C52E08-2460-49DA-8158-D7E52EE9E259}" type="presOf" srcId="{2EB24A25-9CD8-4C4D-B43C-3D08EB266C1E}" destId="{0B84F8CE-59F8-4E8D-A44A-266FA4226EF6}" srcOrd="0" destOrd="0" presId="urn:microsoft.com/office/officeart/2009/layout/CircleArrowProcess"/>
    <dgm:cxn modelId="{F94B9910-5B19-4C2D-BCC2-C49ABE6D3BD1}" srcId="{2EB24A25-9CD8-4C4D-B43C-3D08EB266C1E}" destId="{F2203799-FB89-4700-984A-67094032E835}" srcOrd="1" destOrd="0" parTransId="{76E8219A-441E-488E-B640-9C61FC3DB4BB}" sibTransId="{89D0FC77-5691-4552-AB42-686154D773D7}"/>
    <dgm:cxn modelId="{45B5E117-55FF-49F6-B991-339D338A773C}" type="presOf" srcId="{E8199C4E-9665-4B89-A7C6-1843F248977B}" destId="{90DA02F7-0DF8-4063-B331-B32835635480}" srcOrd="0" destOrd="0" presId="urn:microsoft.com/office/officeart/2009/layout/CircleArrowProcess"/>
    <dgm:cxn modelId="{E1159E50-F59C-4DA4-8BB1-B9B85B7FD6AE}" type="presOf" srcId="{2000835A-352E-4B1C-8089-923FFD9C06E4}" destId="{71310C6F-A6DA-4E32-89F8-CADDBAECD1A8}" srcOrd="0" destOrd="0" presId="urn:microsoft.com/office/officeart/2009/layout/CircleArrowProcess"/>
    <dgm:cxn modelId="{E86A3794-BA3E-4A66-8AD8-F603B57B9AF5}" type="presOf" srcId="{F2203799-FB89-4700-984A-67094032E835}" destId="{90DA02F7-0DF8-4063-B331-B32835635480}" srcOrd="0" destOrd="1" presId="urn:microsoft.com/office/officeart/2009/layout/CircleArrowProcess"/>
    <dgm:cxn modelId="{044E60AF-ED2D-4AC4-B2D0-8741B6477614}" srcId="{2EB24A25-9CD8-4C4D-B43C-3D08EB266C1E}" destId="{E8199C4E-9665-4B89-A7C6-1843F248977B}" srcOrd="0" destOrd="0" parTransId="{4391E87D-59D0-417F-A4D3-E62AA6D8AD5D}" sibTransId="{869A9BF1-C8B9-4E84-B79D-2586C7BF86FD}"/>
    <dgm:cxn modelId="{AFBB69B1-4010-43EA-8546-A6FE4A3F9624}" srcId="{2000835A-352E-4B1C-8089-923FFD9C06E4}" destId="{2EB24A25-9CD8-4C4D-B43C-3D08EB266C1E}" srcOrd="0" destOrd="0" parTransId="{AF439166-31D5-4248-82B7-8C6B1E936414}" sibTransId="{CE37CE08-FADF-4596-A4FC-60F818E17FBD}"/>
    <dgm:cxn modelId="{C590919F-52EA-46B4-8419-E0E68288429D}" type="presParOf" srcId="{71310C6F-A6DA-4E32-89F8-CADDBAECD1A8}" destId="{C2252B04-17F4-4296-B881-3D96D7732EAE}" srcOrd="0" destOrd="0" presId="urn:microsoft.com/office/officeart/2009/layout/CircleArrowProcess"/>
    <dgm:cxn modelId="{C4544A49-4A9B-4679-9A1E-56E3061555C9}" type="presParOf" srcId="{C2252B04-17F4-4296-B881-3D96D7732EAE}" destId="{C1A6CA80-84FC-4B61-90DC-BD3111EFB61F}" srcOrd="0" destOrd="0" presId="urn:microsoft.com/office/officeart/2009/layout/CircleArrowProcess"/>
    <dgm:cxn modelId="{6BBB528A-D6D3-44EB-A7E0-9ED76167A20B}" type="presParOf" srcId="{71310C6F-A6DA-4E32-89F8-CADDBAECD1A8}" destId="{90DA02F7-0DF8-4063-B331-B32835635480}" srcOrd="1" destOrd="0" presId="urn:microsoft.com/office/officeart/2009/layout/CircleArrowProcess"/>
    <dgm:cxn modelId="{001A05F4-CBA7-4CA8-99A9-38BC65CE5239}" type="presParOf" srcId="{71310C6F-A6DA-4E32-89F8-CADDBAECD1A8}" destId="{0B84F8CE-59F8-4E8D-A44A-266FA4226EF6}" srcOrd="2" destOrd="0" presId="urn:microsoft.com/office/officeart/2009/layout/CircleArrowProcess"/>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2.xml><?xml version="1.0" encoding="utf-8"?>
<dgm:dataModel xmlns:dgm="http://schemas.openxmlformats.org/drawingml/2006/diagram" xmlns:a="http://schemas.openxmlformats.org/drawingml/2006/main">
  <dgm:ptLst>
    <dgm:pt modelId="{21B2513F-1EFA-478D-BC9D-FA9A0607B118}" type="doc">
      <dgm:prSet loTypeId="urn:microsoft.com/office/officeart/2008/layout/PictureAccentList" loCatId="list" qsTypeId="urn:microsoft.com/office/officeart/2005/8/quickstyle/simple5" qsCatId="simple" csTypeId="urn:microsoft.com/office/officeart/2005/8/colors/colorful1" csCatId="colorful" phldr="1"/>
      <dgm:spPr/>
      <dgm:t>
        <a:bodyPr/>
        <a:lstStyle/>
        <a:p>
          <a:endParaRPr lang="en-US"/>
        </a:p>
      </dgm:t>
    </dgm:pt>
    <dgm:pt modelId="{3ED042AF-B08D-4519-9B83-88A979637394}">
      <dgm:prSet phldrT="[Текст]"/>
      <dgm:spPr/>
      <dgm:t>
        <a:bodyPr/>
        <a:lstStyle/>
        <a:p>
          <a:r>
            <a:rPr lang="uz-Cyrl-UZ" dirty="0">
              <a:solidFill>
                <a:schemeClr val="tx1"/>
              </a:solidFill>
            </a:rPr>
            <a:t>Аylаntirish mоmentining uzаtilish usullаrigа qаrаb gidrоdinаmik uzаtmаlаr ikkigа bo’linаdi: </a:t>
          </a:r>
          <a:endParaRPr lang="en-US" dirty="0">
            <a:solidFill>
              <a:schemeClr val="tx1"/>
            </a:solidFill>
          </a:endParaRPr>
        </a:p>
      </dgm:t>
    </dgm:pt>
    <dgm:pt modelId="{8C93E571-7722-4DC0-8CBA-C805E10DD017}" type="parTrans" cxnId="{3C242374-6E3A-43DD-825A-06F8C3367A3F}">
      <dgm:prSet/>
      <dgm:spPr/>
      <dgm:t>
        <a:bodyPr/>
        <a:lstStyle/>
        <a:p>
          <a:endParaRPr lang="en-US"/>
        </a:p>
      </dgm:t>
    </dgm:pt>
    <dgm:pt modelId="{10795380-ED74-47EA-891D-55279605D327}" type="sibTrans" cxnId="{3C242374-6E3A-43DD-825A-06F8C3367A3F}">
      <dgm:prSet/>
      <dgm:spPr/>
      <dgm:t>
        <a:bodyPr/>
        <a:lstStyle/>
        <a:p>
          <a:endParaRPr lang="en-US"/>
        </a:p>
      </dgm:t>
    </dgm:pt>
    <dgm:pt modelId="{FCB420E6-6FD4-4FCF-94B8-394B470361BA}">
      <dgm:prSet/>
      <dgm:spPr/>
      <dgm:t>
        <a:bodyPr/>
        <a:lstStyle/>
        <a:p>
          <a:r>
            <a:rPr lang="uz-Cyrl-UZ" dirty="0">
              <a:solidFill>
                <a:schemeClr val="tx1"/>
              </a:solidFill>
            </a:rPr>
            <a:t>gidrоilаshgich yoki gidrоmuftаlаr;  </a:t>
          </a:r>
          <a:endParaRPr lang="en-US" dirty="0">
            <a:solidFill>
              <a:schemeClr val="tx1"/>
            </a:solidFill>
          </a:endParaRPr>
        </a:p>
      </dgm:t>
    </dgm:pt>
    <dgm:pt modelId="{DC32B3EC-2312-4465-B732-6F6142DB6439}" type="parTrans" cxnId="{AD9D4569-0CA7-4308-B47E-433009DB9A27}">
      <dgm:prSet/>
      <dgm:spPr/>
      <dgm:t>
        <a:bodyPr/>
        <a:lstStyle/>
        <a:p>
          <a:endParaRPr lang="en-US"/>
        </a:p>
      </dgm:t>
    </dgm:pt>
    <dgm:pt modelId="{0A774EDF-B374-48E4-99D8-905EAD3E7E33}" type="sibTrans" cxnId="{AD9D4569-0CA7-4308-B47E-433009DB9A27}">
      <dgm:prSet/>
      <dgm:spPr/>
      <dgm:t>
        <a:bodyPr/>
        <a:lstStyle/>
        <a:p>
          <a:endParaRPr lang="en-US"/>
        </a:p>
      </dgm:t>
    </dgm:pt>
    <dgm:pt modelId="{8A7924BE-7D9B-4025-A8D2-B4310FF172F7}">
      <dgm:prSet/>
      <dgm:spPr/>
      <dgm:t>
        <a:bodyPr/>
        <a:lstStyle/>
        <a:p>
          <a:r>
            <a:rPr lang="uz-Cyrl-UZ" dirty="0">
              <a:solidFill>
                <a:schemeClr val="tx1"/>
              </a:solidFill>
            </a:rPr>
            <a:t>gidrоtrаnsfоrmаtоrlаr yoki turbоtrаnsfоrmаtоrlаr.</a:t>
          </a:r>
          <a:endParaRPr lang="en-US" dirty="0">
            <a:solidFill>
              <a:schemeClr val="tx1"/>
            </a:solidFill>
          </a:endParaRPr>
        </a:p>
      </dgm:t>
    </dgm:pt>
    <dgm:pt modelId="{EF01B8FA-7358-4C81-A206-AC64F3BADEBA}" type="parTrans" cxnId="{8C258E09-53EF-4C51-A70C-00D50882ED17}">
      <dgm:prSet/>
      <dgm:spPr/>
      <dgm:t>
        <a:bodyPr/>
        <a:lstStyle/>
        <a:p>
          <a:endParaRPr lang="en-US"/>
        </a:p>
      </dgm:t>
    </dgm:pt>
    <dgm:pt modelId="{BC7906A5-6534-4F83-9459-FAC94C388AF4}" type="sibTrans" cxnId="{8C258E09-53EF-4C51-A70C-00D50882ED17}">
      <dgm:prSet/>
      <dgm:spPr/>
      <dgm:t>
        <a:bodyPr/>
        <a:lstStyle/>
        <a:p>
          <a:endParaRPr lang="en-US"/>
        </a:p>
      </dgm:t>
    </dgm:pt>
    <dgm:pt modelId="{5779511B-B298-483C-8BAB-C88908EB56AF}" type="pres">
      <dgm:prSet presAssocID="{21B2513F-1EFA-478D-BC9D-FA9A0607B118}" presName="layout" presStyleCnt="0">
        <dgm:presLayoutVars>
          <dgm:chMax/>
          <dgm:chPref/>
          <dgm:dir/>
          <dgm:animOne val="branch"/>
          <dgm:animLvl val="lvl"/>
          <dgm:resizeHandles/>
        </dgm:presLayoutVars>
      </dgm:prSet>
      <dgm:spPr/>
    </dgm:pt>
    <dgm:pt modelId="{247D730F-7631-4AC2-BDDD-83C6DE3B6A39}" type="pres">
      <dgm:prSet presAssocID="{3ED042AF-B08D-4519-9B83-88A979637394}" presName="root" presStyleCnt="0">
        <dgm:presLayoutVars>
          <dgm:chMax/>
          <dgm:chPref val="4"/>
        </dgm:presLayoutVars>
      </dgm:prSet>
      <dgm:spPr/>
    </dgm:pt>
    <dgm:pt modelId="{486BCDFB-EF9D-4640-9E11-8DA28EC8CE6A}" type="pres">
      <dgm:prSet presAssocID="{3ED042AF-B08D-4519-9B83-88A979637394}" presName="rootComposite" presStyleCnt="0">
        <dgm:presLayoutVars/>
      </dgm:prSet>
      <dgm:spPr/>
    </dgm:pt>
    <dgm:pt modelId="{E2DFD160-A5D8-499B-BA5A-E8001EEA74BA}" type="pres">
      <dgm:prSet presAssocID="{3ED042AF-B08D-4519-9B83-88A979637394}" presName="rootText" presStyleLbl="node0" presStyleIdx="0" presStyleCnt="1">
        <dgm:presLayoutVars>
          <dgm:chMax/>
          <dgm:chPref val="4"/>
        </dgm:presLayoutVars>
      </dgm:prSet>
      <dgm:spPr/>
    </dgm:pt>
    <dgm:pt modelId="{273005FC-3FA0-4DF7-A204-1A72886C0BD3}" type="pres">
      <dgm:prSet presAssocID="{3ED042AF-B08D-4519-9B83-88A979637394}" presName="childShape" presStyleCnt="0">
        <dgm:presLayoutVars>
          <dgm:chMax val="0"/>
          <dgm:chPref val="0"/>
        </dgm:presLayoutVars>
      </dgm:prSet>
      <dgm:spPr/>
    </dgm:pt>
    <dgm:pt modelId="{3E56FE7E-18A9-493A-BC95-80134E700D8F}" type="pres">
      <dgm:prSet presAssocID="{FCB420E6-6FD4-4FCF-94B8-394B470361BA}" presName="childComposite" presStyleCnt="0">
        <dgm:presLayoutVars>
          <dgm:chMax val="0"/>
          <dgm:chPref val="0"/>
        </dgm:presLayoutVars>
      </dgm:prSet>
      <dgm:spPr/>
    </dgm:pt>
    <dgm:pt modelId="{93EE97FC-45A6-4BCC-B661-1D6BDD738930}" type="pres">
      <dgm:prSet presAssocID="{FCB420E6-6FD4-4FCF-94B8-394B470361BA}" presName="Image" presStyleLbl="node1" presStyleIdx="0" presStyleCnt="2" custLinFactNeighborX="-5979" custLinFactNeighborY="5979"/>
      <dgm:spPr/>
    </dgm:pt>
    <dgm:pt modelId="{00AE7E81-5C05-408C-9AF3-8E418F71C021}" type="pres">
      <dgm:prSet presAssocID="{FCB420E6-6FD4-4FCF-94B8-394B470361BA}" presName="childText" presStyleLbl="lnNode1" presStyleIdx="0" presStyleCnt="2">
        <dgm:presLayoutVars>
          <dgm:chMax val="0"/>
          <dgm:chPref val="0"/>
          <dgm:bulletEnabled val="1"/>
        </dgm:presLayoutVars>
      </dgm:prSet>
      <dgm:spPr/>
    </dgm:pt>
    <dgm:pt modelId="{D13B9833-CFD1-4C9A-8C07-626EC0043D44}" type="pres">
      <dgm:prSet presAssocID="{8A7924BE-7D9B-4025-A8D2-B4310FF172F7}" presName="childComposite" presStyleCnt="0">
        <dgm:presLayoutVars>
          <dgm:chMax val="0"/>
          <dgm:chPref val="0"/>
        </dgm:presLayoutVars>
      </dgm:prSet>
      <dgm:spPr/>
    </dgm:pt>
    <dgm:pt modelId="{130D5169-4A34-457C-8F83-CE0A57D218B7}" type="pres">
      <dgm:prSet presAssocID="{8A7924BE-7D9B-4025-A8D2-B4310FF172F7}" presName="Image" presStyleLbl="node1" presStyleIdx="1" presStyleCnt="2"/>
      <dgm:spPr/>
    </dgm:pt>
    <dgm:pt modelId="{68D1D559-0008-4D03-9759-A621C9E4C9D6}" type="pres">
      <dgm:prSet presAssocID="{8A7924BE-7D9B-4025-A8D2-B4310FF172F7}" presName="childText" presStyleLbl="lnNode1" presStyleIdx="1" presStyleCnt="2">
        <dgm:presLayoutVars>
          <dgm:chMax val="0"/>
          <dgm:chPref val="0"/>
          <dgm:bulletEnabled val="1"/>
        </dgm:presLayoutVars>
      </dgm:prSet>
      <dgm:spPr/>
    </dgm:pt>
  </dgm:ptLst>
  <dgm:cxnLst>
    <dgm:cxn modelId="{8C258E09-53EF-4C51-A70C-00D50882ED17}" srcId="{3ED042AF-B08D-4519-9B83-88A979637394}" destId="{8A7924BE-7D9B-4025-A8D2-B4310FF172F7}" srcOrd="1" destOrd="0" parTransId="{EF01B8FA-7358-4C81-A206-AC64F3BADEBA}" sibTransId="{BC7906A5-6534-4F83-9459-FAC94C388AF4}"/>
    <dgm:cxn modelId="{D8FCFD34-91EC-4DE9-9212-D7D8EC0E00DA}" type="presOf" srcId="{8A7924BE-7D9B-4025-A8D2-B4310FF172F7}" destId="{68D1D559-0008-4D03-9759-A621C9E4C9D6}" srcOrd="0" destOrd="0" presId="urn:microsoft.com/office/officeart/2008/layout/PictureAccentList"/>
    <dgm:cxn modelId="{9765B740-709F-4AF5-8F73-0EA42AADD6AD}" type="presOf" srcId="{3ED042AF-B08D-4519-9B83-88A979637394}" destId="{E2DFD160-A5D8-499B-BA5A-E8001EEA74BA}" srcOrd="0" destOrd="0" presId="urn:microsoft.com/office/officeart/2008/layout/PictureAccentList"/>
    <dgm:cxn modelId="{AD9D4569-0CA7-4308-B47E-433009DB9A27}" srcId="{3ED042AF-B08D-4519-9B83-88A979637394}" destId="{FCB420E6-6FD4-4FCF-94B8-394B470361BA}" srcOrd="0" destOrd="0" parTransId="{DC32B3EC-2312-4465-B732-6F6142DB6439}" sibTransId="{0A774EDF-B374-48E4-99D8-905EAD3E7E33}"/>
    <dgm:cxn modelId="{C4341B4B-D26E-4BD3-9991-7035C9CA3AE1}" type="presOf" srcId="{21B2513F-1EFA-478D-BC9D-FA9A0607B118}" destId="{5779511B-B298-483C-8BAB-C88908EB56AF}" srcOrd="0" destOrd="0" presId="urn:microsoft.com/office/officeart/2008/layout/PictureAccentList"/>
    <dgm:cxn modelId="{3C242374-6E3A-43DD-825A-06F8C3367A3F}" srcId="{21B2513F-1EFA-478D-BC9D-FA9A0607B118}" destId="{3ED042AF-B08D-4519-9B83-88A979637394}" srcOrd="0" destOrd="0" parTransId="{8C93E571-7722-4DC0-8CBA-C805E10DD017}" sibTransId="{10795380-ED74-47EA-891D-55279605D327}"/>
    <dgm:cxn modelId="{7A8194FF-850F-4D26-8799-F508016E499F}" type="presOf" srcId="{FCB420E6-6FD4-4FCF-94B8-394B470361BA}" destId="{00AE7E81-5C05-408C-9AF3-8E418F71C021}" srcOrd="0" destOrd="0" presId="urn:microsoft.com/office/officeart/2008/layout/PictureAccentList"/>
    <dgm:cxn modelId="{CC3D889C-6DF0-40C2-A640-93163F50D373}" type="presParOf" srcId="{5779511B-B298-483C-8BAB-C88908EB56AF}" destId="{247D730F-7631-4AC2-BDDD-83C6DE3B6A39}" srcOrd="0" destOrd="0" presId="urn:microsoft.com/office/officeart/2008/layout/PictureAccentList"/>
    <dgm:cxn modelId="{AFD53D05-0F16-4510-984B-FDF2120F6425}" type="presParOf" srcId="{247D730F-7631-4AC2-BDDD-83C6DE3B6A39}" destId="{486BCDFB-EF9D-4640-9E11-8DA28EC8CE6A}" srcOrd="0" destOrd="0" presId="urn:microsoft.com/office/officeart/2008/layout/PictureAccentList"/>
    <dgm:cxn modelId="{B22CA913-447D-4633-8AA2-5D9E19B08F95}" type="presParOf" srcId="{486BCDFB-EF9D-4640-9E11-8DA28EC8CE6A}" destId="{E2DFD160-A5D8-499B-BA5A-E8001EEA74BA}" srcOrd="0" destOrd="0" presId="urn:microsoft.com/office/officeart/2008/layout/PictureAccentList"/>
    <dgm:cxn modelId="{16361FE0-3369-4C31-AAB0-9BCD0BAC66F5}" type="presParOf" srcId="{247D730F-7631-4AC2-BDDD-83C6DE3B6A39}" destId="{273005FC-3FA0-4DF7-A204-1A72886C0BD3}" srcOrd="1" destOrd="0" presId="urn:microsoft.com/office/officeart/2008/layout/PictureAccentList"/>
    <dgm:cxn modelId="{5B818D10-5331-43C6-9308-835B62FDE567}" type="presParOf" srcId="{273005FC-3FA0-4DF7-A204-1A72886C0BD3}" destId="{3E56FE7E-18A9-493A-BC95-80134E700D8F}" srcOrd="0" destOrd="0" presId="urn:microsoft.com/office/officeart/2008/layout/PictureAccentList"/>
    <dgm:cxn modelId="{36428FC6-8922-4562-8B5C-4BF90C8C5C2B}" type="presParOf" srcId="{3E56FE7E-18A9-493A-BC95-80134E700D8F}" destId="{93EE97FC-45A6-4BCC-B661-1D6BDD738930}" srcOrd="0" destOrd="0" presId="urn:microsoft.com/office/officeart/2008/layout/PictureAccentList"/>
    <dgm:cxn modelId="{EB4BF3A2-A550-4528-A782-4F94AB14A561}" type="presParOf" srcId="{3E56FE7E-18A9-493A-BC95-80134E700D8F}" destId="{00AE7E81-5C05-408C-9AF3-8E418F71C021}" srcOrd="1" destOrd="0" presId="urn:microsoft.com/office/officeart/2008/layout/PictureAccentList"/>
    <dgm:cxn modelId="{6F433009-E979-483F-81D4-BDC040834682}" type="presParOf" srcId="{273005FC-3FA0-4DF7-A204-1A72886C0BD3}" destId="{D13B9833-CFD1-4C9A-8C07-626EC0043D44}" srcOrd="1" destOrd="0" presId="urn:microsoft.com/office/officeart/2008/layout/PictureAccentList"/>
    <dgm:cxn modelId="{23777FEC-A357-4CBA-94EB-1C411601BB12}" type="presParOf" srcId="{D13B9833-CFD1-4C9A-8C07-626EC0043D44}" destId="{130D5169-4A34-457C-8F83-CE0A57D218B7}" srcOrd="0" destOrd="0" presId="urn:microsoft.com/office/officeart/2008/layout/PictureAccentList"/>
    <dgm:cxn modelId="{AB7906E7-790C-47F2-A856-B460B24CE61E}" type="presParOf" srcId="{D13B9833-CFD1-4C9A-8C07-626EC0043D44}" destId="{68D1D559-0008-4D03-9759-A621C9E4C9D6}" srcOrd="1" destOrd="0" presId="urn:microsoft.com/office/officeart/2008/layout/PictureAccentList"/>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3.xml><?xml version="1.0" encoding="utf-8"?>
<dgm:dataModel xmlns:dgm="http://schemas.openxmlformats.org/drawingml/2006/diagram" xmlns:a="http://schemas.openxmlformats.org/drawingml/2006/main">
  <dgm:ptLst>
    <dgm:pt modelId="{E3BAFE09-3302-44E9-9A80-A8E55BB98028}" type="doc">
      <dgm:prSet loTypeId="urn:microsoft.com/office/officeart/2008/layout/HorizontalMultiLevelHierarchy" loCatId="hierarchy" qsTypeId="urn:microsoft.com/office/officeart/2005/8/quickstyle/simple1" qsCatId="simple" csTypeId="urn:microsoft.com/office/officeart/2005/8/colors/accent0_1" csCatId="mainScheme" phldr="1"/>
      <dgm:spPr/>
      <dgm:t>
        <a:bodyPr/>
        <a:lstStyle/>
        <a:p>
          <a:endParaRPr lang="en-US"/>
        </a:p>
      </dgm:t>
    </dgm:pt>
    <dgm:pt modelId="{443BAA98-72EC-45D6-ABF6-4D275E406EC9}">
      <dgm:prSet phldrT="[Текст]"/>
      <dgm:spPr/>
      <dgm:t>
        <a:bodyPr/>
        <a:lstStyle/>
        <a:p>
          <a:r>
            <a:rPr lang="en-US" dirty="0">
              <a:latin typeface="Times New Roman" panose="02020603050405020304" pitchFamily="18" charset="0"/>
              <a:cs typeface="Times New Roman" panose="02020603050405020304" pitchFamily="18" charset="0"/>
            </a:rPr>
            <a:t>I</a:t>
          </a:r>
          <a:r>
            <a:rPr lang="uz-Cyrl-UZ" dirty="0">
              <a:latin typeface="Times New Roman" panose="02020603050405020304" pitchFamily="18" charset="0"/>
              <a:cs typeface="Times New Roman" panose="02020603050405020304" pitchFamily="18" charset="0"/>
            </a:rPr>
            <a:t>sh suyuqliklаrigа quyidаgi tаlаblаr qo’yilаdi: </a:t>
          </a:r>
          <a:endParaRPr lang="en-US" dirty="0">
            <a:latin typeface="Times New Roman" panose="02020603050405020304" pitchFamily="18" charset="0"/>
            <a:cs typeface="Times New Roman" panose="02020603050405020304" pitchFamily="18" charset="0"/>
          </a:endParaRPr>
        </a:p>
      </dgm:t>
    </dgm:pt>
    <dgm:pt modelId="{552E3124-0EAF-4F7F-BFF0-C64DC32D3285}" type="parTrans" cxnId="{11A2F41B-971B-4DDD-9F2C-0CBF81396955}">
      <dgm:prSet/>
      <dgm:spPr/>
      <dgm:t>
        <a:bodyPr/>
        <a:lstStyle/>
        <a:p>
          <a:endParaRPr lang="en-US"/>
        </a:p>
      </dgm:t>
    </dgm:pt>
    <dgm:pt modelId="{F075E348-9B6D-447B-A03E-797B46387631}" type="sibTrans" cxnId="{11A2F41B-971B-4DDD-9F2C-0CBF81396955}">
      <dgm:prSet/>
      <dgm:spPr/>
      <dgm:t>
        <a:bodyPr/>
        <a:lstStyle/>
        <a:p>
          <a:endParaRPr lang="en-US"/>
        </a:p>
      </dgm:t>
    </dgm:pt>
    <dgm:pt modelId="{84E8BED4-3532-40E3-AA93-B72FF30C9FD8}">
      <dgm:prSet phldrT="[Текст]" custT="1"/>
      <dgm:spPr/>
      <dgm:t>
        <a:bodyPr/>
        <a:lstStyle/>
        <a:p>
          <a:r>
            <a:rPr lang="uz-Cyrl-UZ" sz="2000">
              <a:latin typeface="Times New Roman" panose="02020603050405020304" pitchFamily="18" charset="0"/>
              <a:cs typeface="Times New Roman" panose="02020603050405020304" pitchFamily="18" charset="0"/>
            </a:rPr>
            <a:t>Ish suyuqliklаri tig’izlаgichlаrdа shundаy mustаhkаm mоy qаtlаmi hоsil qilishi kerаkki, gidrоuzаtmа yaхshi ishlаsin. Аytib o’tish kerаkki, аgаr mоy qаtlаmining mustаhkаmligi kerаgidаn оrtib ketsа, gidrоаppаrаturаlаrning ishlаshi yomоnlаshаdi. </a:t>
          </a:r>
          <a:endParaRPr lang="en-US" sz="2000" dirty="0">
            <a:latin typeface="Times New Roman" panose="02020603050405020304" pitchFamily="18" charset="0"/>
            <a:cs typeface="Times New Roman" panose="02020603050405020304" pitchFamily="18" charset="0"/>
          </a:endParaRPr>
        </a:p>
      </dgm:t>
    </dgm:pt>
    <dgm:pt modelId="{F480907D-F4DA-4708-9F44-5C426EED57D5}" type="parTrans" cxnId="{BB95AD9D-6D0E-46F7-8F20-1AA7274A1C93}">
      <dgm:prSet/>
      <dgm:spPr/>
      <dgm:t>
        <a:bodyPr/>
        <a:lstStyle/>
        <a:p>
          <a:endParaRPr lang="en-US"/>
        </a:p>
      </dgm:t>
    </dgm:pt>
    <dgm:pt modelId="{EFA9E3E6-8D38-481C-AF67-C0045F42C241}" type="sibTrans" cxnId="{BB95AD9D-6D0E-46F7-8F20-1AA7274A1C93}">
      <dgm:prSet/>
      <dgm:spPr/>
      <dgm:t>
        <a:bodyPr/>
        <a:lstStyle/>
        <a:p>
          <a:endParaRPr lang="en-US"/>
        </a:p>
      </dgm:t>
    </dgm:pt>
    <dgm:pt modelId="{579F04B5-D06C-4473-A30D-57CF23431612}">
      <dgm:prSet custT="1"/>
      <dgm:spPr/>
      <dgm:t>
        <a:bodyPr/>
        <a:lstStyle/>
        <a:p>
          <a:r>
            <a:rPr lang="uz-Cyrl-UZ" sz="2000">
              <a:latin typeface="Times New Roman" panose="02020603050405020304" pitchFamily="18" charset="0"/>
              <a:cs typeface="Times New Roman" panose="02020603050405020304" pitchFamily="18" charset="0"/>
            </a:rPr>
            <a:t>Meхаnizmlаrdаn  uzоq  fоydаlаnish,  ulаrning  beto’хtоv  vа  yuqоri dаrаjаdа аniqlik  bilаn  ishlаshini  tа’minlаsh  uchun  ish  suyuqligi  kоrrоziyani  kаmаytirish  vа хimiyaviy bаrqаrоrlik хususiyatlаrigа egа bo’lishi zаrur. </a:t>
          </a:r>
          <a:endParaRPr lang="en-US" sz="2000" dirty="0">
            <a:latin typeface="Times New Roman" panose="02020603050405020304" pitchFamily="18" charset="0"/>
            <a:cs typeface="Times New Roman" panose="02020603050405020304" pitchFamily="18" charset="0"/>
          </a:endParaRPr>
        </a:p>
      </dgm:t>
    </dgm:pt>
    <dgm:pt modelId="{B7F77150-F0A0-45A8-B71D-FB2E687809EE}" type="parTrans" cxnId="{5F4EB51D-E3FD-4C51-92FD-4E597F5DC902}">
      <dgm:prSet/>
      <dgm:spPr/>
      <dgm:t>
        <a:bodyPr/>
        <a:lstStyle/>
        <a:p>
          <a:endParaRPr lang="en-US"/>
        </a:p>
      </dgm:t>
    </dgm:pt>
    <dgm:pt modelId="{E95BE803-13AC-437B-BD59-0A62872EC931}" type="sibTrans" cxnId="{5F4EB51D-E3FD-4C51-92FD-4E597F5DC902}">
      <dgm:prSet/>
      <dgm:spPr/>
      <dgm:t>
        <a:bodyPr/>
        <a:lstStyle/>
        <a:p>
          <a:endParaRPr lang="en-US"/>
        </a:p>
      </dgm:t>
    </dgm:pt>
    <dgm:pt modelId="{EF0298C5-2952-4BC7-AC9C-D040D20E4128}">
      <dgm:prSet custT="1"/>
      <dgm:spPr/>
      <dgm:t>
        <a:bodyPr/>
        <a:lstStyle/>
        <a:p>
          <a:r>
            <a:rPr lang="uz-Cyrl-UZ" sz="2000">
              <a:latin typeface="Times New Roman" panose="02020603050405020304" pitchFamily="18" charset="0"/>
              <a:cs typeface="Times New Roman" panose="02020603050405020304" pitchFamily="18" charset="0"/>
            </a:rPr>
            <a:t>Meхаnizmlаr  uzоq  vаqt  ishlаtilgаndа  ikkinchi  tаlаb  аlоhidа  аhаmiyatgа  egа bo’lаdi. Neft mоylаrigа bа’zi mоy yoki efirlаr 0,5 – 1,0% qo’shilsа, kоrrоziyaning аgressivligini kаmаytirish mumkin. Bu qo’shilmаlаr metаll sirtidа uning sirtini vа mоyni оksidlаnishdаn sаqlаydigаn himоya yupqа qаtlаmi hоsil qilаdi. </a:t>
          </a:r>
          <a:endParaRPr lang="en-US" sz="2000" dirty="0">
            <a:latin typeface="Times New Roman" panose="02020603050405020304" pitchFamily="18" charset="0"/>
            <a:cs typeface="Times New Roman" panose="02020603050405020304" pitchFamily="18" charset="0"/>
          </a:endParaRPr>
        </a:p>
      </dgm:t>
    </dgm:pt>
    <dgm:pt modelId="{DF6E6099-070A-479E-A7DF-B3964F4D9B90}" type="parTrans" cxnId="{49CE4E2B-ED9F-4B61-9AD1-75E5C8367F84}">
      <dgm:prSet/>
      <dgm:spPr/>
      <dgm:t>
        <a:bodyPr/>
        <a:lstStyle/>
        <a:p>
          <a:endParaRPr lang="en-US"/>
        </a:p>
      </dgm:t>
    </dgm:pt>
    <dgm:pt modelId="{4F93C5D5-7167-4ED3-B373-5B7EC00A93E1}" type="sibTrans" cxnId="{49CE4E2B-ED9F-4B61-9AD1-75E5C8367F84}">
      <dgm:prSet/>
      <dgm:spPr/>
      <dgm:t>
        <a:bodyPr/>
        <a:lstStyle/>
        <a:p>
          <a:endParaRPr lang="en-US"/>
        </a:p>
      </dgm:t>
    </dgm:pt>
    <dgm:pt modelId="{D75A7789-FA19-459D-8C56-9377FEB9E776}">
      <dgm:prSet custT="1"/>
      <dgm:spPr/>
      <dgm:t>
        <a:bodyPr/>
        <a:lstStyle/>
        <a:p>
          <a:r>
            <a:rPr lang="uz-Cyrl-UZ" sz="2000" dirty="0">
              <a:latin typeface="Times New Roman" panose="02020603050405020304" pitchFamily="18" charset="0"/>
              <a:cs typeface="Times New Roman" panose="02020603050405020304" pitchFamily="18" charset="0"/>
            </a:rPr>
            <a:t>Hаjmiy uzаtmаdаgi ish suyuqligining qоvushоqligi nisbаtаn kаm vа temperаturа tа’siridа оz o’zgаrаdigаn bo’lishi kerаk. Qоvushоqlikkа kаm bo’lgаn neft mоylаridаn fоydаlаnish ishqаlаnish qаrshiligini kаmаytirаdi, аppаrаturаning аniqligini vа sezgirligini оshirаdi. </a:t>
          </a:r>
          <a:endParaRPr lang="en-US" sz="2000" dirty="0">
            <a:latin typeface="Times New Roman" panose="02020603050405020304" pitchFamily="18" charset="0"/>
            <a:cs typeface="Times New Roman" panose="02020603050405020304" pitchFamily="18" charset="0"/>
          </a:endParaRPr>
        </a:p>
      </dgm:t>
    </dgm:pt>
    <dgm:pt modelId="{F9DB5D29-4A7C-4B2E-9A0A-6A16ADA0293E}" type="parTrans" cxnId="{9BDB0422-3A70-4D55-A827-78943CD2A62E}">
      <dgm:prSet/>
      <dgm:spPr/>
      <dgm:t>
        <a:bodyPr/>
        <a:lstStyle/>
        <a:p>
          <a:endParaRPr lang="en-US"/>
        </a:p>
      </dgm:t>
    </dgm:pt>
    <dgm:pt modelId="{438ACD44-01B6-4F31-8E2B-2F9045453554}" type="sibTrans" cxnId="{9BDB0422-3A70-4D55-A827-78943CD2A62E}">
      <dgm:prSet/>
      <dgm:spPr/>
      <dgm:t>
        <a:bodyPr/>
        <a:lstStyle/>
        <a:p>
          <a:endParaRPr lang="en-US"/>
        </a:p>
      </dgm:t>
    </dgm:pt>
    <dgm:pt modelId="{02D1D85B-A8AC-4D17-A9D7-005351E85E25}" type="pres">
      <dgm:prSet presAssocID="{E3BAFE09-3302-44E9-9A80-A8E55BB98028}" presName="Name0" presStyleCnt="0">
        <dgm:presLayoutVars>
          <dgm:chPref val="1"/>
          <dgm:dir/>
          <dgm:animOne val="branch"/>
          <dgm:animLvl val="lvl"/>
          <dgm:resizeHandles val="exact"/>
        </dgm:presLayoutVars>
      </dgm:prSet>
      <dgm:spPr/>
    </dgm:pt>
    <dgm:pt modelId="{6FB21606-8BEA-4F63-B589-BEABEECD4798}" type="pres">
      <dgm:prSet presAssocID="{443BAA98-72EC-45D6-ABF6-4D275E406EC9}" presName="root1" presStyleCnt="0"/>
      <dgm:spPr/>
    </dgm:pt>
    <dgm:pt modelId="{E97099DA-164C-4831-92D9-DD60CBED96AD}" type="pres">
      <dgm:prSet presAssocID="{443BAA98-72EC-45D6-ABF6-4D275E406EC9}" presName="LevelOneTextNode" presStyleLbl="node0" presStyleIdx="0" presStyleCnt="1">
        <dgm:presLayoutVars>
          <dgm:chPref val="3"/>
        </dgm:presLayoutVars>
      </dgm:prSet>
      <dgm:spPr/>
    </dgm:pt>
    <dgm:pt modelId="{27FA2AA6-6043-4924-9E20-8D0B254A5164}" type="pres">
      <dgm:prSet presAssocID="{443BAA98-72EC-45D6-ABF6-4D275E406EC9}" presName="level2hierChild" presStyleCnt="0"/>
      <dgm:spPr/>
    </dgm:pt>
    <dgm:pt modelId="{F0A61B29-431B-44AB-A20F-02FCE27C995E}" type="pres">
      <dgm:prSet presAssocID="{F480907D-F4DA-4708-9F44-5C426EED57D5}" presName="conn2-1" presStyleLbl="parChTrans1D2" presStyleIdx="0" presStyleCnt="4"/>
      <dgm:spPr/>
    </dgm:pt>
    <dgm:pt modelId="{61C4C3D8-A268-4A58-89AD-8242B68851F4}" type="pres">
      <dgm:prSet presAssocID="{F480907D-F4DA-4708-9F44-5C426EED57D5}" presName="connTx" presStyleLbl="parChTrans1D2" presStyleIdx="0" presStyleCnt="4"/>
      <dgm:spPr/>
    </dgm:pt>
    <dgm:pt modelId="{2D6FF685-34EE-47D5-8050-3963A06BD3DF}" type="pres">
      <dgm:prSet presAssocID="{84E8BED4-3532-40E3-AA93-B72FF30C9FD8}" presName="root2" presStyleCnt="0"/>
      <dgm:spPr/>
    </dgm:pt>
    <dgm:pt modelId="{C163C2DF-6089-4157-B9DF-FE8D76F914F7}" type="pres">
      <dgm:prSet presAssocID="{84E8BED4-3532-40E3-AA93-B72FF30C9FD8}" presName="LevelTwoTextNode" presStyleLbl="node2" presStyleIdx="0" presStyleCnt="4" custScaleX="218643">
        <dgm:presLayoutVars>
          <dgm:chPref val="3"/>
        </dgm:presLayoutVars>
      </dgm:prSet>
      <dgm:spPr/>
    </dgm:pt>
    <dgm:pt modelId="{D96ECA38-BB70-4CAA-B747-5E9BD62A6D9A}" type="pres">
      <dgm:prSet presAssocID="{84E8BED4-3532-40E3-AA93-B72FF30C9FD8}" presName="level3hierChild" presStyleCnt="0"/>
      <dgm:spPr/>
    </dgm:pt>
    <dgm:pt modelId="{9DE35332-2106-4EE9-8B45-387B2D27BFD1}" type="pres">
      <dgm:prSet presAssocID="{B7F77150-F0A0-45A8-B71D-FB2E687809EE}" presName="conn2-1" presStyleLbl="parChTrans1D2" presStyleIdx="1" presStyleCnt="4"/>
      <dgm:spPr/>
    </dgm:pt>
    <dgm:pt modelId="{6F2577BF-04BA-4BFA-B10A-9299E343F0F1}" type="pres">
      <dgm:prSet presAssocID="{B7F77150-F0A0-45A8-B71D-FB2E687809EE}" presName="connTx" presStyleLbl="parChTrans1D2" presStyleIdx="1" presStyleCnt="4"/>
      <dgm:spPr/>
    </dgm:pt>
    <dgm:pt modelId="{113B9F37-38A8-4EB4-90A9-9F5EDC2744A7}" type="pres">
      <dgm:prSet presAssocID="{579F04B5-D06C-4473-A30D-57CF23431612}" presName="root2" presStyleCnt="0"/>
      <dgm:spPr/>
    </dgm:pt>
    <dgm:pt modelId="{45BACF98-A9E8-43E8-AEF2-630A2224CDC1}" type="pres">
      <dgm:prSet presAssocID="{579F04B5-D06C-4473-A30D-57CF23431612}" presName="LevelTwoTextNode" presStyleLbl="node2" presStyleIdx="1" presStyleCnt="4" custScaleX="218643">
        <dgm:presLayoutVars>
          <dgm:chPref val="3"/>
        </dgm:presLayoutVars>
      </dgm:prSet>
      <dgm:spPr/>
    </dgm:pt>
    <dgm:pt modelId="{1FB66AC7-F35D-49E0-B946-9EE34E2D013B}" type="pres">
      <dgm:prSet presAssocID="{579F04B5-D06C-4473-A30D-57CF23431612}" presName="level3hierChild" presStyleCnt="0"/>
      <dgm:spPr/>
    </dgm:pt>
    <dgm:pt modelId="{0BD7F2FE-8C67-4B7C-BA78-DA2E15DB4477}" type="pres">
      <dgm:prSet presAssocID="{DF6E6099-070A-479E-A7DF-B3964F4D9B90}" presName="conn2-1" presStyleLbl="parChTrans1D2" presStyleIdx="2" presStyleCnt="4"/>
      <dgm:spPr/>
    </dgm:pt>
    <dgm:pt modelId="{B19C9507-B6A7-4EB2-AC18-DD88CEB78121}" type="pres">
      <dgm:prSet presAssocID="{DF6E6099-070A-479E-A7DF-B3964F4D9B90}" presName="connTx" presStyleLbl="parChTrans1D2" presStyleIdx="2" presStyleCnt="4"/>
      <dgm:spPr/>
    </dgm:pt>
    <dgm:pt modelId="{22E6200B-72DE-4FF1-9E17-64B248620E8C}" type="pres">
      <dgm:prSet presAssocID="{EF0298C5-2952-4BC7-AC9C-D040D20E4128}" presName="root2" presStyleCnt="0"/>
      <dgm:spPr/>
    </dgm:pt>
    <dgm:pt modelId="{CFB58629-2BED-4188-AD05-7AF34C95F275}" type="pres">
      <dgm:prSet presAssocID="{EF0298C5-2952-4BC7-AC9C-D040D20E4128}" presName="LevelTwoTextNode" presStyleLbl="node2" presStyleIdx="2" presStyleCnt="4" custScaleX="218643">
        <dgm:presLayoutVars>
          <dgm:chPref val="3"/>
        </dgm:presLayoutVars>
      </dgm:prSet>
      <dgm:spPr/>
    </dgm:pt>
    <dgm:pt modelId="{FC30731C-0C48-42F0-BA75-99094E3DF768}" type="pres">
      <dgm:prSet presAssocID="{EF0298C5-2952-4BC7-AC9C-D040D20E4128}" presName="level3hierChild" presStyleCnt="0"/>
      <dgm:spPr/>
    </dgm:pt>
    <dgm:pt modelId="{EC5333A9-C0AF-48C0-B802-34AC5CB4E0B1}" type="pres">
      <dgm:prSet presAssocID="{F9DB5D29-4A7C-4B2E-9A0A-6A16ADA0293E}" presName="conn2-1" presStyleLbl="parChTrans1D2" presStyleIdx="3" presStyleCnt="4"/>
      <dgm:spPr/>
    </dgm:pt>
    <dgm:pt modelId="{6C1FA37C-EBA7-4B4E-9868-B694FFCB00E9}" type="pres">
      <dgm:prSet presAssocID="{F9DB5D29-4A7C-4B2E-9A0A-6A16ADA0293E}" presName="connTx" presStyleLbl="parChTrans1D2" presStyleIdx="3" presStyleCnt="4"/>
      <dgm:spPr/>
    </dgm:pt>
    <dgm:pt modelId="{2315A411-BA43-48A8-AA9F-BF2ED49ED8E6}" type="pres">
      <dgm:prSet presAssocID="{D75A7789-FA19-459D-8C56-9377FEB9E776}" presName="root2" presStyleCnt="0"/>
      <dgm:spPr/>
    </dgm:pt>
    <dgm:pt modelId="{74D02D32-A384-4D25-8D58-46FBE5F26F24}" type="pres">
      <dgm:prSet presAssocID="{D75A7789-FA19-459D-8C56-9377FEB9E776}" presName="LevelTwoTextNode" presStyleLbl="node2" presStyleIdx="3" presStyleCnt="4" custScaleX="218643">
        <dgm:presLayoutVars>
          <dgm:chPref val="3"/>
        </dgm:presLayoutVars>
      </dgm:prSet>
      <dgm:spPr/>
    </dgm:pt>
    <dgm:pt modelId="{998DEBD2-4C2F-4F6C-8590-992C188B0402}" type="pres">
      <dgm:prSet presAssocID="{D75A7789-FA19-459D-8C56-9377FEB9E776}" presName="level3hierChild" presStyleCnt="0"/>
      <dgm:spPr/>
    </dgm:pt>
  </dgm:ptLst>
  <dgm:cxnLst>
    <dgm:cxn modelId="{F3CAE307-4DC8-467E-AAFA-F9BFA8C4D693}" type="presOf" srcId="{E3BAFE09-3302-44E9-9A80-A8E55BB98028}" destId="{02D1D85B-A8AC-4D17-A9D7-005351E85E25}" srcOrd="0" destOrd="0" presId="urn:microsoft.com/office/officeart/2008/layout/HorizontalMultiLevelHierarchy"/>
    <dgm:cxn modelId="{11A2F41B-971B-4DDD-9F2C-0CBF81396955}" srcId="{E3BAFE09-3302-44E9-9A80-A8E55BB98028}" destId="{443BAA98-72EC-45D6-ABF6-4D275E406EC9}" srcOrd="0" destOrd="0" parTransId="{552E3124-0EAF-4F7F-BFF0-C64DC32D3285}" sibTransId="{F075E348-9B6D-447B-A03E-797B46387631}"/>
    <dgm:cxn modelId="{5F4EB51D-E3FD-4C51-92FD-4E597F5DC902}" srcId="{443BAA98-72EC-45D6-ABF6-4D275E406EC9}" destId="{579F04B5-D06C-4473-A30D-57CF23431612}" srcOrd="1" destOrd="0" parTransId="{B7F77150-F0A0-45A8-B71D-FB2E687809EE}" sibTransId="{E95BE803-13AC-437B-BD59-0A62872EC931}"/>
    <dgm:cxn modelId="{9BDB0422-3A70-4D55-A827-78943CD2A62E}" srcId="{443BAA98-72EC-45D6-ABF6-4D275E406EC9}" destId="{D75A7789-FA19-459D-8C56-9377FEB9E776}" srcOrd="3" destOrd="0" parTransId="{F9DB5D29-4A7C-4B2E-9A0A-6A16ADA0293E}" sibTransId="{438ACD44-01B6-4F31-8E2B-2F9045453554}"/>
    <dgm:cxn modelId="{49CE4E2B-ED9F-4B61-9AD1-75E5C8367F84}" srcId="{443BAA98-72EC-45D6-ABF6-4D275E406EC9}" destId="{EF0298C5-2952-4BC7-AC9C-D040D20E4128}" srcOrd="2" destOrd="0" parTransId="{DF6E6099-070A-479E-A7DF-B3964F4D9B90}" sibTransId="{4F93C5D5-7167-4ED3-B373-5B7EC00A93E1}"/>
    <dgm:cxn modelId="{1013BC31-0093-468C-A0AD-46FB893A8851}" type="presOf" srcId="{F480907D-F4DA-4708-9F44-5C426EED57D5}" destId="{F0A61B29-431B-44AB-A20F-02FCE27C995E}" srcOrd="0" destOrd="0" presId="urn:microsoft.com/office/officeart/2008/layout/HorizontalMultiLevelHierarchy"/>
    <dgm:cxn modelId="{603FFB5B-16EF-4667-BD8D-0AA48CD4E1DF}" type="presOf" srcId="{DF6E6099-070A-479E-A7DF-B3964F4D9B90}" destId="{0BD7F2FE-8C67-4B7C-BA78-DA2E15DB4477}" srcOrd="0" destOrd="0" presId="urn:microsoft.com/office/officeart/2008/layout/HorizontalMultiLevelHierarchy"/>
    <dgm:cxn modelId="{001F184A-3007-4B73-8165-FE1855911BBA}" type="presOf" srcId="{F9DB5D29-4A7C-4B2E-9A0A-6A16ADA0293E}" destId="{EC5333A9-C0AF-48C0-B802-34AC5CB4E0B1}" srcOrd="0" destOrd="0" presId="urn:microsoft.com/office/officeart/2008/layout/HorizontalMultiLevelHierarchy"/>
    <dgm:cxn modelId="{7078446F-6EFB-4C72-8AEA-C74DB9F30986}" type="presOf" srcId="{D75A7789-FA19-459D-8C56-9377FEB9E776}" destId="{74D02D32-A384-4D25-8D58-46FBE5F26F24}" srcOrd="0" destOrd="0" presId="urn:microsoft.com/office/officeart/2008/layout/HorizontalMultiLevelHierarchy"/>
    <dgm:cxn modelId="{E2597C4F-666E-4991-8861-C04A263BCB1D}" type="presOf" srcId="{579F04B5-D06C-4473-A30D-57CF23431612}" destId="{45BACF98-A9E8-43E8-AEF2-630A2224CDC1}" srcOrd="0" destOrd="0" presId="urn:microsoft.com/office/officeart/2008/layout/HorizontalMultiLevelHierarchy"/>
    <dgm:cxn modelId="{DCB63B52-BF92-4FC2-B811-CF05A5E8228F}" type="presOf" srcId="{B7F77150-F0A0-45A8-B71D-FB2E687809EE}" destId="{6F2577BF-04BA-4BFA-B10A-9299E343F0F1}" srcOrd="1" destOrd="0" presId="urn:microsoft.com/office/officeart/2008/layout/HorizontalMultiLevelHierarchy"/>
    <dgm:cxn modelId="{BB95AD9D-6D0E-46F7-8F20-1AA7274A1C93}" srcId="{443BAA98-72EC-45D6-ABF6-4D275E406EC9}" destId="{84E8BED4-3532-40E3-AA93-B72FF30C9FD8}" srcOrd="0" destOrd="0" parTransId="{F480907D-F4DA-4708-9F44-5C426EED57D5}" sibTransId="{EFA9E3E6-8D38-481C-AF67-C0045F42C241}"/>
    <dgm:cxn modelId="{62C43EA2-B4CB-4499-8601-6AAA37BD28BF}" type="presOf" srcId="{443BAA98-72EC-45D6-ABF6-4D275E406EC9}" destId="{E97099DA-164C-4831-92D9-DD60CBED96AD}" srcOrd="0" destOrd="0" presId="urn:microsoft.com/office/officeart/2008/layout/HorizontalMultiLevelHierarchy"/>
    <dgm:cxn modelId="{BF528FBA-C61E-442F-B916-15ADF799F60D}" type="presOf" srcId="{EF0298C5-2952-4BC7-AC9C-D040D20E4128}" destId="{CFB58629-2BED-4188-AD05-7AF34C95F275}" srcOrd="0" destOrd="0" presId="urn:microsoft.com/office/officeart/2008/layout/HorizontalMultiLevelHierarchy"/>
    <dgm:cxn modelId="{5D7D28BE-C44E-4534-A18F-6DCF26FDB175}" type="presOf" srcId="{F480907D-F4DA-4708-9F44-5C426EED57D5}" destId="{61C4C3D8-A268-4A58-89AD-8242B68851F4}" srcOrd="1" destOrd="0" presId="urn:microsoft.com/office/officeart/2008/layout/HorizontalMultiLevelHierarchy"/>
    <dgm:cxn modelId="{85F01BD8-F4AA-4268-9D10-A152A377D773}" type="presOf" srcId="{84E8BED4-3532-40E3-AA93-B72FF30C9FD8}" destId="{C163C2DF-6089-4157-B9DF-FE8D76F914F7}" srcOrd="0" destOrd="0" presId="urn:microsoft.com/office/officeart/2008/layout/HorizontalMultiLevelHierarchy"/>
    <dgm:cxn modelId="{BBF4CEE4-7AFA-4CB1-A79C-74D17CB97E47}" type="presOf" srcId="{F9DB5D29-4A7C-4B2E-9A0A-6A16ADA0293E}" destId="{6C1FA37C-EBA7-4B4E-9868-B694FFCB00E9}" srcOrd="1" destOrd="0" presId="urn:microsoft.com/office/officeart/2008/layout/HorizontalMultiLevelHierarchy"/>
    <dgm:cxn modelId="{D28AD4E8-09FA-42B9-B8E0-2F0932962BCE}" type="presOf" srcId="{DF6E6099-070A-479E-A7DF-B3964F4D9B90}" destId="{B19C9507-B6A7-4EB2-AC18-DD88CEB78121}" srcOrd="1" destOrd="0" presId="urn:microsoft.com/office/officeart/2008/layout/HorizontalMultiLevelHierarchy"/>
    <dgm:cxn modelId="{856CE7EA-C959-435E-A944-FADC8FE31BFD}" type="presOf" srcId="{B7F77150-F0A0-45A8-B71D-FB2E687809EE}" destId="{9DE35332-2106-4EE9-8B45-387B2D27BFD1}" srcOrd="0" destOrd="0" presId="urn:microsoft.com/office/officeart/2008/layout/HorizontalMultiLevelHierarchy"/>
    <dgm:cxn modelId="{AF56D2A1-396D-4A9F-B104-F5F2E238FBB2}" type="presParOf" srcId="{02D1D85B-A8AC-4D17-A9D7-005351E85E25}" destId="{6FB21606-8BEA-4F63-B589-BEABEECD4798}" srcOrd="0" destOrd="0" presId="urn:microsoft.com/office/officeart/2008/layout/HorizontalMultiLevelHierarchy"/>
    <dgm:cxn modelId="{67F90797-EEB4-4CC8-8F98-5CC42BABB66D}" type="presParOf" srcId="{6FB21606-8BEA-4F63-B589-BEABEECD4798}" destId="{E97099DA-164C-4831-92D9-DD60CBED96AD}" srcOrd="0" destOrd="0" presId="urn:microsoft.com/office/officeart/2008/layout/HorizontalMultiLevelHierarchy"/>
    <dgm:cxn modelId="{38933A9F-B20A-4743-A0E6-A384BD17DDE3}" type="presParOf" srcId="{6FB21606-8BEA-4F63-B589-BEABEECD4798}" destId="{27FA2AA6-6043-4924-9E20-8D0B254A5164}" srcOrd="1" destOrd="0" presId="urn:microsoft.com/office/officeart/2008/layout/HorizontalMultiLevelHierarchy"/>
    <dgm:cxn modelId="{F63E6AF5-6AD2-4611-A9F4-2654CF8003B9}" type="presParOf" srcId="{27FA2AA6-6043-4924-9E20-8D0B254A5164}" destId="{F0A61B29-431B-44AB-A20F-02FCE27C995E}" srcOrd="0" destOrd="0" presId="urn:microsoft.com/office/officeart/2008/layout/HorizontalMultiLevelHierarchy"/>
    <dgm:cxn modelId="{0D741B63-F2D4-48D7-9A31-63E25CA868A4}" type="presParOf" srcId="{F0A61B29-431B-44AB-A20F-02FCE27C995E}" destId="{61C4C3D8-A268-4A58-89AD-8242B68851F4}" srcOrd="0" destOrd="0" presId="urn:microsoft.com/office/officeart/2008/layout/HorizontalMultiLevelHierarchy"/>
    <dgm:cxn modelId="{D79B9FCB-49D5-4836-9730-C0916D01CBDA}" type="presParOf" srcId="{27FA2AA6-6043-4924-9E20-8D0B254A5164}" destId="{2D6FF685-34EE-47D5-8050-3963A06BD3DF}" srcOrd="1" destOrd="0" presId="urn:microsoft.com/office/officeart/2008/layout/HorizontalMultiLevelHierarchy"/>
    <dgm:cxn modelId="{026F30F9-4DD4-4F4D-A969-38C4368BAF95}" type="presParOf" srcId="{2D6FF685-34EE-47D5-8050-3963A06BD3DF}" destId="{C163C2DF-6089-4157-B9DF-FE8D76F914F7}" srcOrd="0" destOrd="0" presId="urn:microsoft.com/office/officeart/2008/layout/HorizontalMultiLevelHierarchy"/>
    <dgm:cxn modelId="{69161234-F585-4F44-8188-3EE1994216E8}" type="presParOf" srcId="{2D6FF685-34EE-47D5-8050-3963A06BD3DF}" destId="{D96ECA38-BB70-4CAA-B747-5E9BD62A6D9A}" srcOrd="1" destOrd="0" presId="urn:microsoft.com/office/officeart/2008/layout/HorizontalMultiLevelHierarchy"/>
    <dgm:cxn modelId="{A3E4B45C-CA7C-41B3-9DC3-352BC88F5885}" type="presParOf" srcId="{27FA2AA6-6043-4924-9E20-8D0B254A5164}" destId="{9DE35332-2106-4EE9-8B45-387B2D27BFD1}" srcOrd="2" destOrd="0" presId="urn:microsoft.com/office/officeart/2008/layout/HorizontalMultiLevelHierarchy"/>
    <dgm:cxn modelId="{401F455F-CAF1-42E6-B704-411B5B2793E5}" type="presParOf" srcId="{9DE35332-2106-4EE9-8B45-387B2D27BFD1}" destId="{6F2577BF-04BA-4BFA-B10A-9299E343F0F1}" srcOrd="0" destOrd="0" presId="urn:microsoft.com/office/officeart/2008/layout/HorizontalMultiLevelHierarchy"/>
    <dgm:cxn modelId="{E15EC279-62DE-4071-8C13-95A7CA8FB1AC}" type="presParOf" srcId="{27FA2AA6-6043-4924-9E20-8D0B254A5164}" destId="{113B9F37-38A8-4EB4-90A9-9F5EDC2744A7}" srcOrd="3" destOrd="0" presId="urn:microsoft.com/office/officeart/2008/layout/HorizontalMultiLevelHierarchy"/>
    <dgm:cxn modelId="{CA2B2DED-226D-4886-B897-A5A9C8F6AF37}" type="presParOf" srcId="{113B9F37-38A8-4EB4-90A9-9F5EDC2744A7}" destId="{45BACF98-A9E8-43E8-AEF2-630A2224CDC1}" srcOrd="0" destOrd="0" presId="urn:microsoft.com/office/officeart/2008/layout/HorizontalMultiLevelHierarchy"/>
    <dgm:cxn modelId="{F9AFF5D7-51CB-4986-8C6E-2131F35879D5}" type="presParOf" srcId="{113B9F37-38A8-4EB4-90A9-9F5EDC2744A7}" destId="{1FB66AC7-F35D-49E0-B946-9EE34E2D013B}" srcOrd="1" destOrd="0" presId="urn:microsoft.com/office/officeart/2008/layout/HorizontalMultiLevelHierarchy"/>
    <dgm:cxn modelId="{A1632EA2-D058-4B57-B4BC-36581CE6FE31}" type="presParOf" srcId="{27FA2AA6-6043-4924-9E20-8D0B254A5164}" destId="{0BD7F2FE-8C67-4B7C-BA78-DA2E15DB4477}" srcOrd="4" destOrd="0" presId="urn:microsoft.com/office/officeart/2008/layout/HorizontalMultiLevelHierarchy"/>
    <dgm:cxn modelId="{D83364FF-2ABB-414E-B369-37DC7BE7AFDC}" type="presParOf" srcId="{0BD7F2FE-8C67-4B7C-BA78-DA2E15DB4477}" destId="{B19C9507-B6A7-4EB2-AC18-DD88CEB78121}" srcOrd="0" destOrd="0" presId="urn:microsoft.com/office/officeart/2008/layout/HorizontalMultiLevelHierarchy"/>
    <dgm:cxn modelId="{A3002C85-5ECB-457B-AD53-0BCC064B6FBD}" type="presParOf" srcId="{27FA2AA6-6043-4924-9E20-8D0B254A5164}" destId="{22E6200B-72DE-4FF1-9E17-64B248620E8C}" srcOrd="5" destOrd="0" presId="urn:microsoft.com/office/officeart/2008/layout/HorizontalMultiLevelHierarchy"/>
    <dgm:cxn modelId="{B3E93E63-C850-44AD-96B9-890BF93F7A63}" type="presParOf" srcId="{22E6200B-72DE-4FF1-9E17-64B248620E8C}" destId="{CFB58629-2BED-4188-AD05-7AF34C95F275}" srcOrd="0" destOrd="0" presId="urn:microsoft.com/office/officeart/2008/layout/HorizontalMultiLevelHierarchy"/>
    <dgm:cxn modelId="{ED837DD7-2998-4F5D-BC23-978E1D9B1472}" type="presParOf" srcId="{22E6200B-72DE-4FF1-9E17-64B248620E8C}" destId="{FC30731C-0C48-42F0-BA75-99094E3DF768}" srcOrd="1" destOrd="0" presId="urn:microsoft.com/office/officeart/2008/layout/HorizontalMultiLevelHierarchy"/>
    <dgm:cxn modelId="{7D155ACB-0C16-4C0A-AC19-9683D5685D8E}" type="presParOf" srcId="{27FA2AA6-6043-4924-9E20-8D0B254A5164}" destId="{EC5333A9-C0AF-48C0-B802-34AC5CB4E0B1}" srcOrd="6" destOrd="0" presId="urn:microsoft.com/office/officeart/2008/layout/HorizontalMultiLevelHierarchy"/>
    <dgm:cxn modelId="{C437BC92-ABE0-4E37-9D4F-ADA04DEB5016}" type="presParOf" srcId="{EC5333A9-C0AF-48C0-B802-34AC5CB4E0B1}" destId="{6C1FA37C-EBA7-4B4E-9868-B694FFCB00E9}" srcOrd="0" destOrd="0" presId="urn:microsoft.com/office/officeart/2008/layout/HorizontalMultiLevelHierarchy"/>
    <dgm:cxn modelId="{E242227B-CAD0-4122-8833-838741CB5BD0}" type="presParOf" srcId="{27FA2AA6-6043-4924-9E20-8D0B254A5164}" destId="{2315A411-BA43-48A8-AA9F-BF2ED49ED8E6}" srcOrd="7" destOrd="0" presId="urn:microsoft.com/office/officeart/2008/layout/HorizontalMultiLevelHierarchy"/>
    <dgm:cxn modelId="{EC763043-8B0F-4958-A013-E23B0CBDDA42}" type="presParOf" srcId="{2315A411-BA43-48A8-AA9F-BF2ED49ED8E6}" destId="{74D02D32-A384-4D25-8D58-46FBE5F26F24}" srcOrd="0" destOrd="0" presId="urn:microsoft.com/office/officeart/2008/layout/HorizontalMultiLevelHierarchy"/>
    <dgm:cxn modelId="{6033CD09-0C09-494A-8A3F-84CD22252803}" type="presParOf" srcId="{2315A411-BA43-48A8-AA9F-BF2ED49ED8E6}" destId="{998DEBD2-4C2F-4F6C-8590-992C188B0402}"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ata4.xml><?xml version="1.0" encoding="utf-8"?>
<dgm:dataModel xmlns:dgm="http://schemas.openxmlformats.org/drawingml/2006/diagram" xmlns:a="http://schemas.openxmlformats.org/drawingml/2006/main">
  <dgm:ptLst>
    <dgm:pt modelId="{E3BAFE09-3302-44E9-9A80-A8E55BB98028}" type="doc">
      <dgm:prSet loTypeId="urn:microsoft.com/office/officeart/2008/layout/HorizontalMultiLevelHierarchy" loCatId="hierarchy" qsTypeId="urn:microsoft.com/office/officeart/2005/8/quickstyle/simple1" qsCatId="simple" csTypeId="urn:microsoft.com/office/officeart/2005/8/colors/accent0_1" csCatId="mainScheme" phldr="1"/>
      <dgm:spPr/>
      <dgm:t>
        <a:bodyPr/>
        <a:lstStyle/>
        <a:p>
          <a:endParaRPr lang="en-US"/>
        </a:p>
      </dgm:t>
    </dgm:pt>
    <dgm:pt modelId="{443BAA98-72EC-45D6-ABF6-4D275E406EC9}">
      <dgm:prSet phldrT="[Текст]" custT="1"/>
      <dgm:spPr/>
      <dgm:t>
        <a:bodyPr/>
        <a:lstStyle/>
        <a:p>
          <a:r>
            <a:rPr lang="en-US" sz="3200" dirty="0">
              <a:latin typeface="Times New Roman" panose="02020603050405020304" pitchFamily="18" charset="0"/>
              <a:cs typeface="Times New Roman" panose="02020603050405020304" pitchFamily="18" charset="0"/>
            </a:rPr>
            <a:t>I</a:t>
          </a:r>
          <a:r>
            <a:rPr lang="uz-Cyrl-UZ" sz="3200" dirty="0">
              <a:latin typeface="Times New Roman" panose="02020603050405020304" pitchFamily="18" charset="0"/>
              <a:cs typeface="Times New Roman" panose="02020603050405020304" pitchFamily="18" charset="0"/>
            </a:rPr>
            <a:t>sh suyuqliklаrigа quyidаgi tаlаblаr qo’yilаdi: </a:t>
          </a:r>
          <a:endParaRPr lang="en-US" sz="3200" dirty="0">
            <a:latin typeface="Times New Roman" panose="02020603050405020304" pitchFamily="18" charset="0"/>
            <a:cs typeface="Times New Roman" panose="02020603050405020304" pitchFamily="18" charset="0"/>
          </a:endParaRPr>
        </a:p>
      </dgm:t>
    </dgm:pt>
    <dgm:pt modelId="{552E3124-0EAF-4F7F-BFF0-C64DC32D3285}" type="parTrans" cxnId="{11A2F41B-971B-4DDD-9F2C-0CBF81396955}">
      <dgm:prSet/>
      <dgm:spPr/>
      <dgm:t>
        <a:bodyPr/>
        <a:lstStyle/>
        <a:p>
          <a:endParaRPr lang="en-US"/>
        </a:p>
      </dgm:t>
    </dgm:pt>
    <dgm:pt modelId="{F075E348-9B6D-447B-A03E-797B46387631}" type="sibTrans" cxnId="{11A2F41B-971B-4DDD-9F2C-0CBF81396955}">
      <dgm:prSet/>
      <dgm:spPr/>
      <dgm:t>
        <a:bodyPr/>
        <a:lstStyle/>
        <a:p>
          <a:endParaRPr lang="en-US"/>
        </a:p>
      </dgm:t>
    </dgm:pt>
    <dgm:pt modelId="{84E8BED4-3532-40E3-AA93-B72FF30C9FD8}">
      <dgm:prSet phldrT="[Текст]" custT="1"/>
      <dgm:spPr/>
      <dgm:t>
        <a:bodyPr/>
        <a:lstStyle/>
        <a:p>
          <a:r>
            <a:rPr lang="uz-Cyrl-UZ" sz="2400">
              <a:latin typeface="Times New Roman" panose="02020603050405020304" pitchFamily="18" charset="0"/>
              <a:cs typeface="Times New Roman" panose="02020603050405020304" pitchFamily="18" charset="0"/>
            </a:rPr>
            <a:t>Meхаnizmning  berilgаn  ishlаsh  qоbiliyatini  tа’minlаsh  uchun  suyuqlik  bir jinsli vа yaхshi yuzаlаngаn bo’lishi kerаk. </a:t>
          </a:r>
          <a:endParaRPr lang="en-US" sz="2400" dirty="0">
            <a:latin typeface="Times New Roman" panose="02020603050405020304" pitchFamily="18" charset="0"/>
            <a:cs typeface="Times New Roman" panose="02020603050405020304" pitchFamily="18" charset="0"/>
          </a:endParaRPr>
        </a:p>
      </dgm:t>
    </dgm:pt>
    <dgm:pt modelId="{F480907D-F4DA-4708-9F44-5C426EED57D5}" type="parTrans" cxnId="{BB95AD9D-6D0E-46F7-8F20-1AA7274A1C93}">
      <dgm:prSet/>
      <dgm:spPr/>
      <dgm:t>
        <a:bodyPr/>
        <a:lstStyle/>
        <a:p>
          <a:endParaRPr lang="en-US"/>
        </a:p>
      </dgm:t>
    </dgm:pt>
    <dgm:pt modelId="{EFA9E3E6-8D38-481C-AF67-C0045F42C241}" type="sibTrans" cxnId="{BB95AD9D-6D0E-46F7-8F20-1AA7274A1C93}">
      <dgm:prSet/>
      <dgm:spPr/>
      <dgm:t>
        <a:bodyPr/>
        <a:lstStyle/>
        <a:p>
          <a:endParaRPr lang="en-US"/>
        </a:p>
      </dgm:t>
    </dgm:pt>
    <dgm:pt modelId="{2617F696-150C-4872-9EC0-8A058B52E5F1}">
      <dgm:prSet custT="1"/>
      <dgm:spPr/>
      <dgm:t>
        <a:bodyPr/>
        <a:lstStyle/>
        <a:p>
          <a:r>
            <a:rPr lang="uz-Cyrl-UZ" sz="2400">
              <a:latin typeface="Times New Roman" panose="02020603050405020304" pitchFamily="18" charset="0"/>
              <a:cs typeface="Times New Roman" panose="02020603050405020304" pitchFamily="18" charset="0"/>
            </a:rPr>
            <a:t>Ish suyuqliklаri tig’izlаsh qistirmаsining bo’kishigа vа erishigа sаbаb bo’lmаsligi kerаk. </a:t>
          </a:r>
          <a:endParaRPr lang="en-US" sz="2400" dirty="0">
            <a:latin typeface="Times New Roman" panose="02020603050405020304" pitchFamily="18" charset="0"/>
            <a:cs typeface="Times New Roman" panose="02020603050405020304" pitchFamily="18" charset="0"/>
          </a:endParaRPr>
        </a:p>
      </dgm:t>
    </dgm:pt>
    <dgm:pt modelId="{9574583B-5B15-4B46-ADD9-4261388EEB21}" type="parTrans" cxnId="{69D77C6D-C6B5-4732-9BE3-75017FFB647B}">
      <dgm:prSet/>
      <dgm:spPr/>
      <dgm:t>
        <a:bodyPr/>
        <a:lstStyle/>
        <a:p>
          <a:endParaRPr lang="en-US"/>
        </a:p>
      </dgm:t>
    </dgm:pt>
    <dgm:pt modelId="{CBBA89C1-BB0C-4C32-B061-1293CB2A4452}" type="sibTrans" cxnId="{69D77C6D-C6B5-4732-9BE3-75017FFB647B}">
      <dgm:prSet/>
      <dgm:spPr/>
      <dgm:t>
        <a:bodyPr/>
        <a:lstStyle/>
        <a:p>
          <a:endParaRPr lang="en-US"/>
        </a:p>
      </dgm:t>
    </dgm:pt>
    <dgm:pt modelId="{ED677114-B0D7-48AD-AD72-8A04B5BB99F0}">
      <dgm:prSet custT="1"/>
      <dgm:spPr/>
      <dgm:t>
        <a:bodyPr/>
        <a:lstStyle/>
        <a:p>
          <a:r>
            <a:rPr lang="uz-Cyrl-UZ" sz="2400" dirty="0">
              <a:latin typeface="Times New Roman" panose="02020603050405020304" pitchFamily="18" charset="0"/>
              <a:cs typeface="Times New Roman" panose="02020603050405020304" pitchFamily="18" charset="0"/>
            </a:rPr>
            <a:t>Hаjmiy gidrаvlik meхаnizmlаrdаgi ish suyuqligi bаrqаrоr elаstiklik mоduligа vа  hаjmiy  оg’irlikkа  egа  bo’lishi  kerаk.  Shuning  uchun  mоying  ish    vаqtidаgi temperаturаning o’zgаrish chegаrаsidа gаzlаrni sing’dirishi vа аjrаtishi mumkin qаdаr kаm bo’lishi kerаk. Kаttа bоsimlаrdа elаstiklik mоdulining bаrqаrоr bo’lishi аlоhidа аhаmiyatgа egа. </a:t>
          </a:r>
          <a:endParaRPr lang="en-US" sz="2400" dirty="0">
            <a:latin typeface="Times New Roman" panose="02020603050405020304" pitchFamily="18" charset="0"/>
            <a:cs typeface="Times New Roman" panose="02020603050405020304" pitchFamily="18" charset="0"/>
          </a:endParaRPr>
        </a:p>
      </dgm:t>
    </dgm:pt>
    <dgm:pt modelId="{20A6362D-2848-4A5C-AC73-DAA21276BB1F}" type="parTrans" cxnId="{5F6C06C1-E09C-4CA0-94C7-6378FA858EEF}">
      <dgm:prSet/>
      <dgm:spPr/>
      <dgm:t>
        <a:bodyPr/>
        <a:lstStyle/>
        <a:p>
          <a:endParaRPr lang="en-US"/>
        </a:p>
      </dgm:t>
    </dgm:pt>
    <dgm:pt modelId="{B532067D-4244-42F2-A58D-D36B8AEBFF7C}" type="sibTrans" cxnId="{5F6C06C1-E09C-4CA0-94C7-6378FA858EEF}">
      <dgm:prSet/>
      <dgm:spPr/>
      <dgm:t>
        <a:bodyPr/>
        <a:lstStyle/>
        <a:p>
          <a:endParaRPr lang="en-US"/>
        </a:p>
      </dgm:t>
    </dgm:pt>
    <dgm:pt modelId="{AAB39B87-4F09-45FA-B33A-B4EE15C5AF70}">
      <dgm:prSet custT="1"/>
      <dgm:spPr/>
      <dgm:t>
        <a:bodyPr/>
        <a:lstStyle/>
        <a:p>
          <a:r>
            <a:rPr lang="uz-Cyrl-UZ" sz="2400" dirty="0">
              <a:latin typeface="Times New Roman" panose="02020603050405020304" pitchFamily="18" charset="0"/>
              <a:cs typeface="Times New Roman" panose="02020603050405020304" pitchFamily="18" charset="0"/>
            </a:rPr>
            <a:t>Gidrаvlik  meхаnizmlаrdа  pаydо bo’lаdigаn  bir qаnchа hоdisаlаr  hаvоning ish suyuqligidа eruvchаnligi bilаn bоg’liq. Ish suyuqligidа hаvоning eruvchаnligi: nаsоslаrning  unumdоrligining  kаmаyishigа,  gidrоdvigаtelning  nоtekis  ishlаshigа  vа bоshqаlаrgа оlib kelаdi. Gidrоuzаtmаlаrning bаrqаrоr ishlаshini tа’minlаsh uchun ish suyuqligidа  erigаn  hаvо  ilоji  bоrichа  kаm  bo’lishi  kerаk.  Ish  suyuqliklаrining оbliterаsiyagа  (bo’shliqlаrni  bekitib  qo’yishgа)  lаyoqаti  bоshqаruvchi  qurilmаlаr (zоlоtniklаr,  drоssellаr  vа  bоshqаlаr)ning  ishlаshigа  mа’lum  dаrаjаdа  tа’sir  qilаdi.</a:t>
          </a:r>
          <a:endParaRPr lang="en-US" sz="2400" dirty="0">
            <a:latin typeface="Times New Roman" panose="02020603050405020304" pitchFamily="18" charset="0"/>
            <a:cs typeface="Times New Roman" panose="02020603050405020304" pitchFamily="18" charset="0"/>
          </a:endParaRPr>
        </a:p>
      </dgm:t>
    </dgm:pt>
    <dgm:pt modelId="{A0B48CF8-861C-4A12-AF73-EBD324391035}" type="parTrans" cxnId="{8D55B18E-0538-42E0-8C85-33601D671362}">
      <dgm:prSet/>
      <dgm:spPr/>
      <dgm:t>
        <a:bodyPr/>
        <a:lstStyle/>
        <a:p>
          <a:endParaRPr lang="en-US"/>
        </a:p>
      </dgm:t>
    </dgm:pt>
    <dgm:pt modelId="{DBD5E00F-E2B5-49FD-A382-2B8F1F61EA08}" type="sibTrans" cxnId="{8D55B18E-0538-42E0-8C85-33601D671362}">
      <dgm:prSet/>
      <dgm:spPr/>
      <dgm:t>
        <a:bodyPr/>
        <a:lstStyle/>
        <a:p>
          <a:endParaRPr lang="en-US"/>
        </a:p>
      </dgm:t>
    </dgm:pt>
    <dgm:pt modelId="{02D1D85B-A8AC-4D17-A9D7-005351E85E25}" type="pres">
      <dgm:prSet presAssocID="{E3BAFE09-3302-44E9-9A80-A8E55BB98028}" presName="Name0" presStyleCnt="0">
        <dgm:presLayoutVars>
          <dgm:chPref val="1"/>
          <dgm:dir/>
          <dgm:animOne val="branch"/>
          <dgm:animLvl val="lvl"/>
          <dgm:resizeHandles val="exact"/>
        </dgm:presLayoutVars>
      </dgm:prSet>
      <dgm:spPr/>
    </dgm:pt>
    <dgm:pt modelId="{6FB21606-8BEA-4F63-B589-BEABEECD4798}" type="pres">
      <dgm:prSet presAssocID="{443BAA98-72EC-45D6-ABF6-4D275E406EC9}" presName="root1" presStyleCnt="0"/>
      <dgm:spPr/>
    </dgm:pt>
    <dgm:pt modelId="{E97099DA-164C-4831-92D9-DD60CBED96AD}" type="pres">
      <dgm:prSet presAssocID="{443BAA98-72EC-45D6-ABF6-4D275E406EC9}" presName="LevelOneTextNode" presStyleLbl="node0" presStyleIdx="0" presStyleCnt="1" custScaleX="107434">
        <dgm:presLayoutVars>
          <dgm:chPref val="3"/>
        </dgm:presLayoutVars>
      </dgm:prSet>
      <dgm:spPr/>
    </dgm:pt>
    <dgm:pt modelId="{27FA2AA6-6043-4924-9E20-8D0B254A5164}" type="pres">
      <dgm:prSet presAssocID="{443BAA98-72EC-45D6-ABF6-4D275E406EC9}" presName="level2hierChild" presStyleCnt="0"/>
      <dgm:spPr/>
    </dgm:pt>
    <dgm:pt modelId="{F0A61B29-431B-44AB-A20F-02FCE27C995E}" type="pres">
      <dgm:prSet presAssocID="{F480907D-F4DA-4708-9F44-5C426EED57D5}" presName="conn2-1" presStyleLbl="parChTrans1D2" presStyleIdx="0" presStyleCnt="4"/>
      <dgm:spPr/>
    </dgm:pt>
    <dgm:pt modelId="{61C4C3D8-A268-4A58-89AD-8242B68851F4}" type="pres">
      <dgm:prSet presAssocID="{F480907D-F4DA-4708-9F44-5C426EED57D5}" presName="connTx" presStyleLbl="parChTrans1D2" presStyleIdx="0" presStyleCnt="4"/>
      <dgm:spPr/>
    </dgm:pt>
    <dgm:pt modelId="{2D6FF685-34EE-47D5-8050-3963A06BD3DF}" type="pres">
      <dgm:prSet presAssocID="{84E8BED4-3532-40E3-AA93-B72FF30C9FD8}" presName="root2" presStyleCnt="0"/>
      <dgm:spPr/>
    </dgm:pt>
    <dgm:pt modelId="{C163C2DF-6089-4157-B9DF-FE8D76F914F7}" type="pres">
      <dgm:prSet presAssocID="{84E8BED4-3532-40E3-AA93-B72FF30C9FD8}" presName="LevelTwoTextNode" presStyleLbl="node2" presStyleIdx="0" presStyleCnt="4" custScaleX="332137" custScaleY="69279" custLinFactNeighborX="-1376" custLinFactNeighborY="-450">
        <dgm:presLayoutVars>
          <dgm:chPref val="3"/>
        </dgm:presLayoutVars>
      </dgm:prSet>
      <dgm:spPr/>
    </dgm:pt>
    <dgm:pt modelId="{D96ECA38-BB70-4CAA-B747-5E9BD62A6D9A}" type="pres">
      <dgm:prSet presAssocID="{84E8BED4-3532-40E3-AA93-B72FF30C9FD8}" presName="level3hierChild" presStyleCnt="0"/>
      <dgm:spPr/>
    </dgm:pt>
    <dgm:pt modelId="{FCF40F03-86D9-42F3-B2DA-8AA65F47AA91}" type="pres">
      <dgm:prSet presAssocID="{9574583B-5B15-4B46-ADD9-4261388EEB21}" presName="conn2-1" presStyleLbl="parChTrans1D2" presStyleIdx="1" presStyleCnt="4"/>
      <dgm:spPr/>
    </dgm:pt>
    <dgm:pt modelId="{A35655C4-CF7B-45D0-B3C5-A7949B084072}" type="pres">
      <dgm:prSet presAssocID="{9574583B-5B15-4B46-ADD9-4261388EEB21}" presName="connTx" presStyleLbl="parChTrans1D2" presStyleIdx="1" presStyleCnt="4"/>
      <dgm:spPr/>
    </dgm:pt>
    <dgm:pt modelId="{910D4276-5637-461E-B8DC-EFF5424065A6}" type="pres">
      <dgm:prSet presAssocID="{2617F696-150C-4872-9EC0-8A058B52E5F1}" presName="root2" presStyleCnt="0"/>
      <dgm:spPr/>
    </dgm:pt>
    <dgm:pt modelId="{C51D3E81-ECED-4B82-BE73-60AB35AE3E6B}" type="pres">
      <dgm:prSet presAssocID="{2617F696-150C-4872-9EC0-8A058B52E5F1}" presName="LevelTwoTextNode" presStyleLbl="node2" presStyleIdx="1" presStyleCnt="4" custScaleX="332271" custScaleY="65225" custLinFactNeighborX="-408" custLinFactNeighborY="-9986">
        <dgm:presLayoutVars>
          <dgm:chPref val="3"/>
        </dgm:presLayoutVars>
      </dgm:prSet>
      <dgm:spPr/>
    </dgm:pt>
    <dgm:pt modelId="{633C26F2-06FC-4A77-A39C-583D20B75624}" type="pres">
      <dgm:prSet presAssocID="{2617F696-150C-4872-9EC0-8A058B52E5F1}" presName="level3hierChild" presStyleCnt="0"/>
      <dgm:spPr/>
    </dgm:pt>
    <dgm:pt modelId="{F8B94BF2-AA19-46A4-BD87-B3767EACDACB}" type="pres">
      <dgm:prSet presAssocID="{20A6362D-2848-4A5C-AC73-DAA21276BB1F}" presName="conn2-1" presStyleLbl="parChTrans1D2" presStyleIdx="2" presStyleCnt="4"/>
      <dgm:spPr/>
    </dgm:pt>
    <dgm:pt modelId="{A4CBF647-C18E-40C9-A336-5B1D17055305}" type="pres">
      <dgm:prSet presAssocID="{20A6362D-2848-4A5C-AC73-DAA21276BB1F}" presName="connTx" presStyleLbl="parChTrans1D2" presStyleIdx="2" presStyleCnt="4"/>
      <dgm:spPr/>
    </dgm:pt>
    <dgm:pt modelId="{53DA7D93-E61B-4D15-9615-6B88476BBADE}" type="pres">
      <dgm:prSet presAssocID="{ED677114-B0D7-48AD-AD72-8A04B5BB99F0}" presName="root2" presStyleCnt="0"/>
      <dgm:spPr/>
    </dgm:pt>
    <dgm:pt modelId="{F3BB3C6F-FCB2-4C60-A9F0-FB7C0E059A11}" type="pres">
      <dgm:prSet presAssocID="{ED677114-B0D7-48AD-AD72-8A04B5BB99F0}" presName="LevelTwoTextNode" presStyleLbl="node2" presStyleIdx="2" presStyleCnt="4" custScaleX="332415" custScaleY="192449" custLinFactNeighborX="364" custLinFactNeighborY="-1999">
        <dgm:presLayoutVars>
          <dgm:chPref val="3"/>
        </dgm:presLayoutVars>
      </dgm:prSet>
      <dgm:spPr/>
    </dgm:pt>
    <dgm:pt modelId="{D33B0177-D642-4B31-999F-D1ACBAD0DC76}" type="pres">
      <dgm:prSet presAssocID="{ED677114-B0D7-48AD-AD72-8A04B5BB99F0}" presName="level3hierChild" presStyleCnt="0"/>
      <dgm:spPr/>
    </dgm:pt>
    <dgm:pt modelId="{DA783757-78F7-4DD7-9B77-1C783778E7CD}" type="pres">
      <dgm:prSet presAssocID="{A0B48CF8-861C-4A12-AF73-EBD324391035}" presName="conn2-1" presStyleLbl="parChTrans1D2" presStyleIdx="3" presStyleCnt="4"/>
      <dgm:spPr/>
    </dgm:pt>
    <dgm:pt modelId="{AE280EC5-8F17-471D-B747-DD5BB322F7EB}" type="pres">
      <dgm:prSet presAssocID="{A0B48CF8-861C-4A12-AF73-EBD324391035}" presName="connTx" presStyleLbl="parChTrans1D2" presStyleIdx="3" presStyleCnt="4"/>
      <dgm:spPr/>
    </dgm:pt>
    <dgm:pt modelId="{85AE4460-1609-402D-A728-1C603F9E8385}" type="pres">
      <dgm:prSet presAssocID="{AAB39B87-4F09-45FA-B33A-B4EE15C5AF70}" presName="root2" presStyleCnt="0"/>
      <dgm:spPr/>
    </dgm:pt>
    <dgm:pt modelId="{4D74C901-23C8-4DFE-82A6-576CDF34854C}" type="pres">
      <dgm:prSet presAssocID="{AAB39B87-4F09-45FA-B33A-B4EE15C5AF70}" presName="LevelTwoTextNode" presStyleLbl="node2" presStyleIdx="3" presStyleCnt="4" custScaleX="332939" custScaleY="327518">
        <dgm:presLayoutVars>
          <dgm:chPref val="3"/>
        </dgm:presLayoutVars>
      </dgm:prSet>
      <dgm:spPr/>
    </dgm:pt>
    <dgm:pt modelId="{839FAF32-C6AB-4973-A7E6-4E750D354423}" type="pres">
      <dgm:prSet presAssocID="{AAB39B87-4F09-45FA-B33A-B4EE15C5AF70}" presName="level3hierChild" presStyleCnt="0"/>
      <dgm:spPr/>
    </dgm:pt>
  </dgm:ptLst>
  <dgm:cxnLst>
    <dgm:cxn modelId="{BE5FEF06-56E0-40D0-ABC6-D8A977CA318B}" type="presOf" srcId="{443BAA98-72EC-45D6-ABF6-4D275E406EC9}" destId="{E97099DA-164C-4831-92D9-DD60CBED96AD}" srcOrd="0" destOrd="0" presId="urn:microsoft.com/office/officeart/2008/layout/HorizontalMultiLevelHierarchy"/>
    <dgm:cxn modelId="{11A2F41B-971B-4DDD-9F2C-0CBF81396955}" srcId="{E3BAFE09-3302-44E9-9A80-A8E55BB98028}" destId="{443BAA98-72EC-45D6-ABF6-4D275E406EC9}" srcOrd="0" destOrd="0" parTransId="{552E3124-0EAF-4F7F-BFF0-C64DC32D3285}" sibTransId="{F075E348-9B6D-447B-A03E-797B46387631}"/>
    <dgm:cxn modelId="{CDE56E24-DB29-4479-97AB-39B74107D36F}" type="presOf" srcId="{9574583B-5B15-4B46-ADD9-4261388EEB21}" destId="{A35655C4-CF7B-45D0-B3C5-A7949B084072}" srcOrd="1" destOrd="0" presId="urn:microsoft.com/office/officeart/2008/layout/HorizontalMultiLevelHierarchy"/>
    <dgm:cxn modelId="{F65A5E25-84BB-49E5-BB6B-CF3791D3774C}" type="presOf" srcId="{84E8BED4-3532-40E3-AA93-B72FF30C9FD8}" destId="{C163C2DF-6089-4157-B9DF-FE8D76F914F7}" srcOrd="0" destOrd="0" presId="urn:microsoft.com/office/officeart/2008/layout/HorizontalMultiLevelHierarchy"/>
    <dgm:cxn modelId="{D4091837-12D4-461C-B492-249611C48B7E}" type="presOf" srcId="{AAB39B87-4F09-45FA-B33A-B4EE15C5AF70}" destId="{4D74C901-23C8-4DFE-82A6-576CDF34854C}" srcOrd="0" destOrd="0" presId="urn:microsoft.com/office/officeart/2008/layout/HorizontalMultiLevelHierarchy"/>
    <dgm:cxn modelId="{E85A9B44-9868-4510-AC84-E03FFADF97DF}" type="presOf" srcId="{20A6362D-2848-4A5C-AC73-DAA21276BB1F}" destId="{A4CBF647-C18E-40C9-A336-5B1D17055305}" srcOrd="1" destOrd="0" presId="urn:microsoft.com/office/officeart/2008/layout/HorizontalMultiLevelHierarchy"/>
    <dgm:cxn modelId="{69D77C6D-C6B5-4732-9BE3-75017FFB647B}" srcId="{443BAA98-72EC-45D6-ABF6-4D275E406EC9}" destId="{2617F696-150C-4872-9EC0-8A058B52E5F1}" srcOrd="1" destOrd="0" parTransId="{9574583B-5B15-4B46-ADD9-4261388EEB21}" sibTransId="{CBBA89C1-BB0C-4C32-B061-1293CB2A4452}"/>
    <dgm:cxn modelId="{667D5552-CB8C-4755-AB39-58E7DB838480}" type="presOf" srcId="{A0B48CF8-861C-4A12-AF73-EBD324391035}" destId="{DA783757-78F7-4DD7-9B77-1C783778E7CD}" srcOrd="0" destOrd="0" presId="urn:microsoft.com/office/officeart/2008/layout/HorizontalMultiLevelHierarchy"/>
    <dgm:cxn modelId="{EF884E55-D228-4F2D-9074-C8174388D802}" type="presOf" srcId="{E3BAFE09-3302-44E9-9A80-A8E55BB98028}" destId="{02D1D85B-A8AC-4D17-A9D7-005351E85E25}" srcOrd="0" destOrd="0" presId="urn:microsoft.com/office/officeart/2008/layout/HorizontalMultiLevelHierarchy"/>
    <dgm:cxn modelId="{DB97C37C-9ABB-47EC-B475-C9AEA70EAB22}" type="presOf" srcId="{2617F696-150C-4872-9EC0-8A058B52E5F1}" destId="{C51D3E81-ECED-4B82-BE73-60AB35AE3E6B}" srcOrd="0" destOrd="0" presId="urn:microsoft.com/office/officeart/2008/layout/HorizontalMultiLevelHierarchy"/>
    <dgm:cxn modelId="{8D55B18E-0538-42E0-8C85-33601D671362}" srcId="{443BAA98-72EC-45D6-ABF6-4D275E406EC9}" destId="{AAB39B87-4F09-45FA-B33A-B4EE15C5AF70}" srcOrd="3" destOrd="0" parTransId="{A0B48CF8-861C-4A12-AF73-EBD324391035}" sibTransId="{DBD5E00F-E2B5-49FD-A382-2B8F1F61EA08}"/>
    <dgm:cxn modelId="{BB95AD9D-6D0E-46F7-8F20-1AA7274A1C93}" srcId="{443BAA98-72EC-45D6-ABF6-4D275E406EC9}" destId="{84E8BED4-3532-40E3-AA93-B72FF30C9FD8}" srcOrd="0" destOrd="0" parTransId="{F480907D-F4DA-4708-9F44-5C426EED57D5}" sibTransId="{EFA9E3E6-8D38-481C-AF67-C0045F42C241}"/>
    <dgm:cxn modelId="{9522D5A5-947F-4241-8524-25DF2D3BA4BF}" type="presOf" srcId="{20A6362D-2848-4A5C-AC73-DAA21276BB1F}" destId="{F8B94BF2-AA19-46A4-BD87-B3767EACDACB}" srcOrd="0" destOrd="0" presId="urn:microsoft.com/office/officeart/2008/layout/HorizontalMultiLevelHierarchy"/>
    <dgm:cxn modelId="{8CF1F9B0-271B-4E8F-B0D5-54E636BAC240}" type="presOf" srcId="{9574583B-5B15-4B46-ADD9-4261388EEB21}" destId="{FCF40F03-86D9-42F3-B2DA-8AA65F47AA91}" srcOrd="0" destOrd="0" presId="urn:microsoft.com/office/officeart/2008/layout/HorizontalMultiLevelHierarchy"/>
    <dgm:cxn modelId="{2ED939B2-5253-40D0-BAB0-2EF33A338F57}" type="presOf" srcId="{F480907D-F4DA-4708-9F44-5C426EED57D5}" destId="{61C4C3D8-A268-4A58-89AD-8242B68851F4}" srcOrd="1" destOrd="0" presId="urn:microsoft.com/office/officeart/2008/layout/HorizontalMultiLevelHierarchy"/>
    <dgm:cxn modelId="{F967B9BF-CA9F-424E-850B-56853D88D03C}" type="presOf" srcId="{ED677114-B0D7-48AD-AD72-8A04B5BB99F0}" destId="{F3BB3C6F-FCB2-4C60-A9F0-FB7C0E059A11}" srcOrd="0" destOrd="0" presId="urn:microsoft.com/office/officeart/2008/layout/HorizontalMultiLevelHierarchy"/>
    <dgm:cxn modelId="{5F6C06C1-E09C-4CA0-94C7-6378FA858EEF}" srcId="{443BAA98-72EC-45D6-ABF6-4D275E406EC9}" destId="{ED677114-B0D7-48AD-AD72-8A04B5BB99F0}" srcOrd="2" destOrd="0" parTransId="{20A6362D-2848-4A5C-AC73-DAA21276BB1F}" sibTransId="{B532067D-4244-42F2-A58D-D36B8AEBFF7C}"/>
    <dgm:cxn modelId="{420383EF-81E7-4FE5-BB3F-AAE2A55F8B23}" type="presOf" srcId="{A0B48CF8-861C-4A12-AF73-EBD324391035}" destId="{AE280EC5-8F17-471D-B747-DD5BB322F7EB}" srcOrd="1" destOrd="0" presId="urn:microsoft.com/office/officeart/2008/layout/HorizontalMultiLevelHierarchy"/>
    <dgm:cxn modelId="{102376F5-5B84-4ECA-AEDD-5F506E0A58E1}" type="presOf" srcId="{F480907D-F4DA-4708-9F44-5C426EED57D5}" destId="{F0A61B29-431B-44AB-A20F-02FCE27C995E}" srcOrd="0" destOrd="0" presId="urn:microsoft.com/office/officeart/2008/layout/HorizontalMultiLevelHierarchy"/>
    <dgm:cxn modelId="{326F7982-EC23-43B1-AC0C-3FC0BF319CEF}" type="presParOf" srcId="{02D1D85B-A8AC-4D17-A9D7-005351E85E25}" destId="{6FB21606-8BEA-4F63-B589-BEABEECD4798}" srcOrd="0" destOrd="0" presId="urn:microsoft.com/office/officeart/2008/layout/HorizontalMultiLevelHierarchy"/>
    <dgm:cxn modelId="{28A838A8-FB55-427E-8E9C-F1C06C37B365}" type="presParOf" srcId="{6FB21606-8BEA-4F63-B589-BEABEECD4798}" destId="{E97099DA-164C-4831-92D9-DD60CBED96AD}" srcOrd="0" destOrd="0" presId="urn:microsoft.com/office/officeart/2008/layout/HorizontalMultiLevelHierarchy"/>
    <dgm:cxn modelId="{37652BEB-FF18-4DAB-9039-2A83A8B23614}" type="presParOf" srcId="{6FB21606-8BEA-4F63-B589-BEABEECD4798}" destId="{27FA2AA6-6043-4924-9E20-8D0B254A5164}" srcOrd="1" destOrd="0" presId="urn:microsoft.com/office/officeart/2008/layout/HorizontalMultiLevelHierarchy"/>
    <dgm:cxn modelId="{77677639-66E5-481B-921D-38B83F641E79}" type="presParOf" srcId="{27FA2AA6-6043-4924-9E20-8D0B254A5164}" destId="{F0A61B29-431B-44AB-A20F-02FCE27C995E}" srcOrd="0" destOrd="0" presId="urn:microsoft.com/office/officeart/2008/layout/HorizontalMultiLevelHierarchy"/>
    <dgm:cxn modelId="{013A1997-0A95-49C7-8216-42B6F65269EC}" type="presParOf" srcId="{F0A61B29-431B-44AB-A20F-02FCE27C995E}" destId="{61C4C3D8-A268-4A58-89AD-8242B68851F4}" srcOrd="0" destOrd="0" presId="urn:microsoft.com/office/officeart/2008/layout/HorizontalMultiLevelHierarchy"/>
    <dgm:cxn modelId="{DE2773F3-7470-42A7-9A0A-95AA1731A849}" type="presParOf" srcId="{27FA2AA6-6043-4924-9E20-8D0B254A5164}" destId="{2D6FF685-34EE-47D5-8050-3963A06BD3DF}" srcOrd="1" destOrd="0" presId="urn:microsoft.com/office/officeart/2008/layout/HorizontalMultiLevelHierarchy"/>
    <dgm:cxn modelId="{61317C91-9EC6-491C-A6DB-CDD7E3375C85}" type="presParOf" srcId="{2D6FF685-34EE-47D5-8050-3963A06BD3DF}" destId="{C163C2DF-6089-4157-B9DF-FE8D76F914F7}" srcOrd="0" destOrd="0" presId="urn:microsoft.com/office/officeart/2008/layout/HorizontalMultiLevelHierarchy"/>
    <dgm:cxn modelId="{B1575FEA-D6AC-4BD3-AD33-ED51377D7F98}" type="presParOf" srcId="{2D6FF685-34EE-47D5-8050-3963A06BD3DF}" destId="{D96ECA38-BB70-4CAA-B747-5E9BD62A6D9A}" srcOrd="1" destOrd="0" presId="urn:microsoft.com/office/officeart/2008/layout/HorizontalMultiLevelHierarchy"/>
    <dgm:cxn modelId="{728C89C6-99B3-4A8A-AC66-9BB5AB85ADB0}" type="presParOf" srcId="{27FA2AA6-6043-4924-9E20-8D0B254A5164}" destId="{FCF40F03-86D9-42F3-B2DA-8AA65F47AA91}" srcOrd="2" destOrd="0" presId="urn:microsoft.com/office/officeart/2008/layout/HorizontalMultiLevelHierarchy"/>
    <dgm:cxn modelId="{0232647D-8D5E-4154-B7FF-6DBFD541B2D5}" type="presParOf" srcId="{FCF40F03-86D9-42F3-B2DA-8AA65F47AA91}" destId="{A35655C4-CF7B-45D0-B3C5-A7949B084072}" srcOrd="0" destOrd="0" presId="urn:microsoft.com/office/officeart/2008/layout/HorizontalMultiLevelHierarchy"/>
    <dgm:cxn modelId="{2F58661F-B0D9-4CD4-B30F-AFB71144735A}" type="presParOf" srcId="{27FA2AA6-6043-4924-9E20-8D0B254A5164}" destId="{910D4276-5637-461E-B8DC-EFF5424065A6}" srcOrd="3" destOrd="0" presId="urn:microsoft.com/office/officeart/2008/layout/HorizontalMultiLevelHierarchy"/>
    <dgm:cxn modelId="{259AF8B5-8852-4E52-94C0-64E7968F7270}" type="presParOf" srcId="{910D4276-5637-461E-B8DC-EFF5424065A6}" destId="{C51D3E81-ECED-4B82-BE73-60AB35AE3E6B}" srcOrd="0" destOrd="0" presId="urn:microsoft.com/office/officeart/2008/layout/HorizontalMultiLevelHierarchy"/>
    <dgm:cxn modelId="{F1994B6F-42A1-4518-8286-AB190FCA8E61}" type="presParOf" srcId="{910D4276-5637-461E-B8DC-EFF5424065A6}" destId="{633C26F2-06FC-4A77-A39C-583D20B75624}" srcOrd="1" destOrd="0" presId="urn:microsoft.com/office/officeart/2008/layout/HorizontalMultiLevelHierarchy"/>
    <dgm:cxn modelId="{EA4D50D2-1083-4E2D-971C-4B90F8F736A0}" type="presParOf" srcId="{27FA2AA6-6043-4924-9E20-8D0B254A5164}" destId="{F8B94BF2-AA19-46A4-BD87-B3767EACDACB}" srcOrd="4" destOrd="0" presId="urn:microsoft.com/office/officeart/2008/layout/HorizontalMultiLevelHierarchy"/>
    <dgm:cxn modelId="{C3216DD6-AAC9-4686-A0FB-5028E4B533FE}" type="presParOf" srcId="{F8B94BF2-AA19-46A4-BD87-B3767EACDACB}" destId="{A4CBF647-C18E-40C9-A336-5B1D17055305}" srcOrd="0" destOrd="0" presId="urn:microsoft.com/office/officeart/2008/layout/HorizontalMultiLevelHierarchy"/>
    <dgm:cxn modelId="{A52CBAFD-1F5B-4C35-BD12-05A44D62A2FE}" type="presParOf" srcId="{27FA2AA6-6043-4924-9E20-8D0B254A5164}" destId="{53DA7D93-E61B-4D15-9615-6B88476BBADE}" srcOrd="5" destOrd="0" presId="urn:microsoft.com/office/officeart/2008/layout/HorizontalMultiLevelHierarchy"/>
    <dgm:cxn modelId="{C3F8B41C-BD8E-4F72-B9C9-6620809BA0F2}" type="presParOf" srcId="{53DA7D93-E61B-4D15-9615-6B88476BBADE}" destId="{F3BB3C6F-FCB2-4C60-A9F0-FB7C0E059A11}" srcOrd="0" destOrd="0" presId="urn:microsoft.com/office/officeart/2008/layout/HorizontalMultiLevelHierarchy"/>
    <dgm:cxn modelId="{75CC62D1-505B-41B6-9129-87742E18C086}" type="presParOf" srcId="{53DA7D93-E61B-4D15-9615-6B88476BBADE}" destId="{D33B0177-D642-4B31-999F-D1ACBAD0DC76}" srcOrd="1" destOrd="0" presId="urn:microsoft.com/office/officeart/2008/layout/HorizontalMultiLevelHierarchy"/>
    <dgm:cxn modelId="{D679B4C6-C96B-4DDE-814C-35474F592B95}" type="presParOf" srcId="{27FA2AA6-6043-4924-9E20-8D0B254A5164}" destId="{DA783757-78F7-4DD7-9B77-1C783778E7CD}" srcOrd="6" destOrd="0" presId="urn:microsoft.com/office/officeart/2008/layout/HorizontalMultiLevelHierarchy"/>
    <dgm:cxn modelId="{9C75AB00-82A2-4D38-926B-8C7BA5904FFB}" type="presParOf" srcId="{DA783757-78F7-4DD7-9B77-1C783778E7CD}" destId="{AE280EC5-8F17-471D-B747-DD5BB322F7EB}" srcOrd="0" destOrd="0" presId="urn:microsoft.com/office/officeart/2008/layout/HorizontalMultiLevelHierarchy"/>
    <dgm:cxn modelId="{6A69FB7B-45CF-4D73-AD69-12C4E7930302}" type="presParOf" srcId="{27FA2AA6-6043-4924-9E20-8D0B254A5164}" destId="{85AE4460-1609-402D-A728-1C603F9E8385}" srcOrd="7" destOrd="0" presId="urn:microsoft.com/office/officeart/2008/layout/HorizontalMultiLevelHierarchy"/>
    <dgm:cxn modelId="{B4BDAEF1-B35C-462C-84ED-E4ABD28A7BE2}" type="presParOf" srcId="{85AE4460-1609-402D-A728-1C603F9E8385}" destId="{4D74C901-23C8-4DFE-82A6-576CDF34854C}" srcOrd="0" destOrd="0" presId="urn:microsoft.com/office/officeart/2008/layout/HorizontalMultiLevelHierarchy"/>
    <dgm:cxn modelId="{D75E0BC7-D18F-4704-B217-C6A88E7EECE5}" type="presParOf" srcId="{85AE4460-1609-402D-A728-1C603F9E8385}" destId="{839FAF32-C6AB-4973-A7E6-4E750D354423}" srcOrd="1" destOrd="0" presId="urn:microsoft.com/office/officeart/2008/layout/HorizontalMultiLevelHierarchy"/>
  </dgm:cxnLst>
  <dgm:bg/>
  <dgm:whole/>
  <dgm:extLst>
    <a:ext uri="http://schemas.microsoft.com/office/drawing/2008/diagram">
      <dsp:dataModelExt xmlns:dsp="http://schemas.microsoft.com/office/drawing/2008/diagram" relId="rId6" minVer="http://schemas.openxmlformats.org/drawingml/2006/diagram"/>
    </a:ext>
  </dgm:extLst>
</dgm:dataModel>
</file>

<file path=ppt/diagrams/drawing1.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C1A6CA80-84FC-4B61-90DC-BD3111EFB61F}">
      <dsp:nvSpPr>
        <dsp:cNvPr id="0" name=""/>
        <dsp:cNvSpPr/>
      </dsp:nvSpPr>
      <dsp:spPr>
        <a:xfrm>
          <a:off x="660509" y="0"/>
          <a:ext cx="5343922" cy="5345112"/>
        </a:xfrm>
        <a:prstGeom prst="circularArrow">
          <a:avLst>
            <a:gd name="adj1" fmla="val 10980"/>
            <a:gd name="adj2" fmla="val 1142322"/>
            <a:gd name="adj3" fmla="val 9000000"/>
            <a:gd name="adj4" fmla="val 10800000"/>
            <a:gd name="adj5" fmla="val 12500"/>
          </a:avLst>
        </a:prstGeom>
        <a:gradFill rotWithShape="0">
          <a:gsLst>
            <a:gs pos="0">
              <a:schemeClr val="accent2">
                <a:hueOff val="0"/>
                <a:satOff val="0"/>
                <a:lumOff val="0"/>
                <a:alphaOff val="0"/>
              </a:schemeClr>
            </a:gs>
            <a:gs pos="90000">
              <a:schemeClr val="accent2">
                <a:hueOff val="0"/>
                <a:satOff val="0"/>
                <a:lumOff val="0"/>
                <a:alphaOff val="0"/>
                <a:shade val="100000"/>
                <a:satMod val="105000"/>
              </a:schemeClr>
            </a:gs>
            <a:gs pos="100000">
              <a:schemeClr val="accent2">
                <a:hueOff val="0"/>
                <a:satOff val="0"/>
                <a:lumOff val="0"/>
                <a:alphaOff val="0"/>
                <a:shade val="80000"/>
                <a:satMod val="120000"/>
              </a:schemeClr>
            </a:gs>
          </a:gsLst>
          <a:path path="circle">
            <a:fillToRect l="100000" t="100000" r="100000" b="100000"/>
          </a:path>
        </a:gradFill>
        <a:ln>
          <a:noFill/>
        </a:ln>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accent2">
              <a:hueOff val="0"/>
              <a:satOff val="0"/>
              <a:lumOff val="0"/>
              <a:alphaOff val="0"/>
              <a:shade val="27000"/>
              <a:satMod val="120000"/>
            </a:schemeClr>
          </a:contourClr>
        </a:sp3d>
      </dsp:spPr>
      <dsp:style>
        <a:lnRef idx="0">
          <a:scrgbClr r="0" g="0" b="0"/>
        </a:lnRef>
        <a:fillRef idx="3">
          <a:scrgbClr r="0" g="0" b="0"/>
        </a:fillRef>
        <a:effectRef idx="3">
          <a:scrgbClr r="0" g="0" b="0"/>
        </a:effectRef>
        <a:fontRef idx="minor">
          <a:schemeClr val="lt1"/>
        </a:fontRef>
      </dsp:style>
    </dsp:sp>
    <dsp:sp modelId="{90DA02F7-0DF8-4063-B331-B32835635480}">
      <dsp:nvSpPr>
        <dsp:cNvPr id="0" name=""/>
        <dsp:cNvSpPr/>
      </dsp:nvSpPr>
      <dsp:spPr>
        <a:xfrm>
          <a:off x="6005287" y="1593377"/>
          <a:ext cx="3206866" cy="2138579"/>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25400" tIns="25400" rIns="25400" bIns="25400" numCol="1" spcCol="1270" anchor="ctr" anchorCtr="0">
          <a:noAutofit/>
        </a:bodyPr>
        <a:lstStyle/>
        <a:p>
          <a:pPr marL="285750" lvl="1" indent="-285750" algn="l" defTabSz="1778000">
            <a:lnSpc>
              <a:spcPct val="90000"/>
            </a:lnSpc>
            <a:spcBef>
              <a:spcPct val="0"/>
            </a:spcBef>
            <a:spcAft>
              <a:spcPct val="15000"/>
            </a:spcAft>
            <a:buChar char="•"/>
          </a:pPr>
          <a:r>
            <a:rPr lang="uz-Cyrl-UZ" sz="4000" kern="1200" dirty="0">
              <a:solidFill>
                <a:srgbClr val="FF0000"/>
              </a:solidFill>
              <a:latin typeface="Times New Roman" panose="02020603050405020304" pitchFamily="18" charset="0"/>
              <a:cs typeface="Times New Roman" panose="02020603050405020304" pitchFamily="18" charset="0"/>
            </a:rPr>
            <a:t>hаjmiy</a:t>
          </a:r>
          <a:endParaRPr lang="en-US" sz="4000" kern="1200" dirty="0">
            <a:solidFill>
              <a:srgbClr val="FF0000"/>
            </a:solidFill>
            <a:latin typeface="Times New Roman" panose="02020603050405020304" pitchFamily="18" charset="0"/>
            <a:cs typeface="Times New Roman" panose="02020603050405020304" pitchFamily="18" charset="0"/>
          </a:endParaRPr>
        </a:p>
        <a:p>
          <a:pPr marL="285750" lvl="1" indent="-285750" algn="l" defTabSz="1778000">
            <a:lnSpc>
              <a:spcPct val="90000"/>
            </a:lnSpc>
            <a:spcBef>
              <a:spcPct val="0"/>
            </a:spcBef>
            <a:spcAft>
              <a:spcPct val="15000"/>
            </a:spcAft>
            <a:buChar char="•"/>
          </a:pPr>
          <a:r>
            <a:rPr lang="uz-Cyrl-UZ" sz="4000" kern="1200" dirty="0">
              <a:solidFill>
                <a:srgbClr val="FF0000"/>
              </a:solidFill>
              <a:latin typeface="Times New Roman" panose="02020603050405020304" pitchFamily="18" charset="0"/>
              <a:cs typeface="Times New Roman" panose="02020603050405020304" pitchFamily="18" charset="0"/>
            </a:rPr>
            <a:t>gidrоdinаmik</a:t>
          </a:r>
          <a:endParaRPr lang="en-US" sz="4000" kern="1200" dirty="0">
            <a:solidFill>
              <a:srgbClr val="FF0000"/>
            </a:solidFill>
            <a:latin typeface="Times New Roman" panose="02020603050405020304" pitchFamily="18" charset="0"/>
            <a:cs typeface="Times New Roman" panose="02020603050405020304" pitchFamily="18" charset="0"/>
          </a:endParaRPr>
        </a:p>
      </dsp:txBody>
      <dsp:txXfrm>
        <a:off x="6005287" y="1593377"/>
        <a:ext cx="3206866" cy="2138579"/>
      </dsp:txXfrm>
    </dsp:sp>
    <dsp:sp modelId="{0B84F8CE-59F8-4E8D-A44A-266FA4226EF6}">
      <dsp:nvSpPr>
        <dsp:cNvPr id="0" name=""/>
        <dsp:cNvSpPr/>
      </dsp:nvSpPr>
      <dsp:spPr>
        <a:xfrm>
          <a:off x="1840636" y="1934930"/>
          <a:ext cx="2981958" cy="1490751"/>
        </a:xfrm>
        <a:prstGeom prst="rect">
          <a:avLst/>
        </a:prstGeom>
        <a:noFill/>
        <a:ln>
          <a:noFill/>
        </a:ln>
        <a:effectLst/>
      </dsp:spPr>
      <dsp:style>
        <a:lnRef idx="0">
          <a:scrgbClr r="0" g="0" b="0"/>
        </a:lnRef>
        <a:fillRef idx="0">
          <a:scrgbClr r="0" g="0" b="0"/>
        </a:fillRef>
        <a:effectRef idx="0">
          <a:scrgbClr r="0" g="0" b="0"/>
        </a:effectRef>
        <a:fontRef idx="minor"/>
      </dsp:style>
      <dsp:txBody>
        <a:bodyPr spcFirstLastPara="0" vert="horz" wrap="square" lIns="17145" tIns="17145" rIns="17145" bIns="17145" numCol="1" spcCol="1270" anchor="ctr" anchorCtr="0">
          <a:noAutofit/>
        </a:bodyPr>
        <a:lstStyle/>
        <a:p>
          <a:pPr marL="0" lvl="0" indent="0" algn="ctr" defTabSz="1200150">
            <a:lnSpc>
              <a:spcPct val="90000"/>
            </a:lnSpc>
            <a:spcBef>
              <a:spcPct val="0"/>
            </a:spcBef>
            <a:spcAft>
              <a:spcPct val="35000"/>
            </a:spcAft>
            <a:buNone/>
          </a:pPr>
          <a:r>
            <a:rPr lang="uz-Cyrl-UZ" sz="2700" kern="1200" dirty="0">
              <a:latin typeface="Times New Roman" panose="02020603050405020304" pitchFamily="18" charset="0"/>
              <a:cs typeface="Times New Roman" panose="02020603050405020304" pitchFamily="18" charset="0"/>
            </a:rPr>
            <a:t>Ishlаsh prinsipigа qаrаb gidrаvlik uzаtmаlаr 2 turlаrgа bo’linаdi. </a:t>
          </a:r>
          <a:endParaRPr lang="en-US" sz="2700" kern="1200" dirty="0">
            <a:latin typeface="Times New Roman" panose="02020603050405020304" pitchFamily="18" charset="0"/>
            <a:cs typeface="Times New Roman" panose="02020603050405020304" pitchFamily="18" charset="0"/>
          </a:endParaRPr>
        </a:p>
      </dsp:txBody>
      <dsp:txXfrm>
        <a:off x="1840636" y="1934930"/>
        <a:ext cx="2981958" cy="1490751"/>
      </dsp:txXfrm>
    </dsp:sp>
  </dsp:spTree>
</dsp:drawing>
</file>

<file path=ppt/diagrams/drawing2.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2DFD160-A5D8-499B-BA5A-E8001EEA74BA}">
      <dsp:nvSpPr>
        <dsp:cNvPr id="0" name=""/>
        <dsp:cNvSpPr/>
      </dsp:nvSpPr>
      <dsp:spPr>
        <a:xfrm>
          <a:off x="0" y="467697"/>
          <a:ext cx="9872662" cy="1336278"/>
        </a:xfrm>
        <a:prstGeom prst="roundRect">
          <a:avLst>
            <a:gd name="adj" fmla="val 10000"/>
          </a:avLst>
        </a:prstGeom>
        <a:gradFill rotWithShape="0">
          <a:gsLst>
            <a:gs pos="0">
              <a:schemeClr val="accent1">
                <a:hueOff val="0"/>
                <a:satOff val="0"/>
                <a:lumOff val="0"/>
                <a:alphaOff val="0"/>
              </a:schemeClr>
            </a:gs>
            <a:gs pos="90000">
              <a:schemeClr val="accent1">
                <a:hueOff val="0"/>
                <a:satOff val="0"/>
                <a:lumOff val="0"/>
                <a:alphaOff val="0"/>
                <a:shade val="100000"/>
                <a:satMod val="105000"/>
              </a:schemeClr>
            </a:gs>
            <a:gs pos="100000">
              <a:schemeClr val="accent1">
                <a:hueOff val="0"/>
                <a:satOff val="0"/>
                <a:lumOff val="0"/>
                <a:alphaOff val="0"/>
                <a:shade val="80000"/>
                <a:satMod val="120000"/>
              </a:schemeClr>
            </a:gs>
          </a:gsLst>
          <a:path path="circle">
            <a:fillToRect l="100000" t="100000" r="100000" b="100000"/>
          </a:path>
        </a:gradFill>
        <a:ln>
          <a:noFill/>
        </a:ln>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accent1">
              <a:hueOff val="0"/>
              <a:satOff val="0"/>
              <a:lumOff val="0"/>
              <a:alphaOff val="0"/>
              <a:shade val="27000"/>
              <a:satMod val="12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74295" tIns="49530" rIns="74295" bIns="49530" numCol="1" spcCol="1270" anchor="ctr" anchorCtr="0">
          <a:noAutofit/>
        </a:bodyPr>
        <a:lstStyle/>
        <a:p>
          <a:pPr marL="0" lvl="0" indent="0" algn="ctr" defTabSz="1733550">
            <a:lnSpc>
              <a:spcPct val="90000"/>
            </a:lnSpc>
            <a:spcBef>
              <a:spcPct val="0"/>
            </a:spcBef>
            <a:spcAft>
              <a:spcPct val="35000"/>
            </a:spcAft>
            <a:buNone/>
          </a:pPr>
          <a:r>
            <a:rPr lang="uz-Cyrl-UZ" sz="3900" kern="1200" dirty="0">
              <a:solidFill>
                <a:schemeClr val="tx1"/>
              </a:solidFill>
            </a:rPr>
            <a:t>Аylаntirish mоmentining uzаtilish usullаrigа qаrаb gidrоdinаmik uzаtmаlаr ikkigа bo’linаdi: </a:t>
          </a:r>
          <a:endParaRPr lang="en-US" sz="3900" kern="1200" dirty="0">
            <a:solidFill>
              <a:schemeClr val="tx1"/>
            </a:solidFill>
          </a:endParaRPr>
        </a:p>
      </dsp:txBody>
      <dsp:txXfrm>
        <a:off x="39138" y="506835"/>
        <a:ext cx="9794386" cy="1258002"/>
      </dsp:txXfrm>
    </dsp:sp>
    <dsp:sp modelId="{93EE97FC-45A6-4BCC-B661-1D6BDD738930}">
      <dsp:nvSpPr>
        <dsp:cNvPr id="0" name=""/>
        <dsp:cNvSpPr/>
      </dsp:nvSpPr>
      <dsp:spPr>
        <a:xfrm>
          <a:off x="0" y="2124401"/>
          <a:ext cx="1336278" cy="1336278"/>
        </a:xfrm>
        <a:prstGeom prst="roundRect">
          <a:avLst>
            <a:gd name="adj" fmla="val 16670"/>
          </a:avLst>
        </a:prstGeom>
        <a:gradFill rotWithShape="0">
          <a:gsLst>
            <a:gs pos="0">
              <a:schemeClr val="accent2">
                <a:hueOff val="0"/>
                <a:satOff val="0"/>
                <a:lumOff val="0"/>
                <a:alphaOff val="0"/>
              </a:schemeClr>
            </a:gs>
            <a:gs pos="90000">
              <a:schemeClr val="accent2">
                <a:hueOff val="0"/>
                <a:satOff val="0"/>
                <a:lumOff val="0"/>
                <a:alphaOff val="0"/>
                <a:shade val="100000"/>
                <a:satMod val="105000"/>
              </a:schemeClr>
            </a:gs>
            <a:gs pos="100000">
              <a:schemeClr val="accent2">
                <a:hueOff val="0"/>
                <a:satOff val="0"/>
                <a:lumOff val="0"/>
                <a:alphaOff val="0"/>
                <a:shade val="80000"/>
                <a:satMod val="120000"/>
              </a:schemeClr>
            </a:gs>
          </a:gsLst>
          <a:path path="circle">
            <a:fillToRect l="100000" t="100000" r="100000" b="100000"/>
          </a:path>
        </a:gradFill>
        <a:ln>
          <a:noFill/>
        </a:ln>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accent2">
              <a:hueOff val="0"/>
              <a:satOff val="0"/>
              <a:lumOff val="0"/>
              <a:alphaOff val="0"/>
              <a:shade val="27000"/>
              <a:satMod val="120000"/>
            </a:schemeClr>
          </a:contourClr>
        </a:sp3d>
      </dsp:spPr>
      <dsp:style>
        <a:lnRef idx="0">
          <a:scrgbClr r="0" g="0" b="0"/>
        </a:lnRef>
        <a:fillRef idx="3">
          <a:scrgbClr r="0" g="0" b="0"/>
        </a:fillRef>
        <a:effectRef idx="3">
          <a:scrgbClr r="0" g="0" b="0"/>
        </a:effectRef>
        <a:fontRef idx="minor">
          <a:schemeClr val="lt1"/>
        </a:fontRef>
      </dsp:style>
    </dsp:sp>
    <dsp:sp modelId="{00AE7E81-5C05-408C-9AF3-8E418F71C021}">
      <dsp:nvSpPr>
        <dsp:cNvPr id="0" name=""/>
        <dsp:cNvSpPr/>
      </dsp:nvSpPr>
      <dsp:spPr>
        <a:xfrm>
          <a:off x="1416454" y="2044505"/>
          <a:ext cx="8456208" cy="1336278"/>
        </a:xfrm>
        <a:prstGeom prst="roundRect">
          <a:avLst>
            <a:gd name="adj" fmla="val 16670"/>
          </a:avLst>
        </a:prstGeom>
        <a:gradFill rotWithShape="0">
          <a:gsLst>
            <a:gs pos="0">
              <a:schemeClr val="accent2">
                <a:hueOff val="0"/>
                <a:satOff val="0"/>
                <a:lumOff val="0"/>
                <a:alphaOff val="0"/>
              </a:schemeClr>
            </a:gs>
            <a:gs pos="90000">
              <a:schemeClr val="accent2">
                <a:hueOff val="0"/>
                <a:satOff val="0"/>
                <a:lumOff val="0"/>
                <a:alphaOff val="0"/>
                <a:shade val="100000"/>
                <a:satMod val="105000"/>
              </a:schemeClr>
            </a:gs>
            <a:gs pos="100000">
              <a:schemeClr val="accent2">
                <a:hueOff val="0"/>
                <a:satOff val="0"/>
                <a:lumOff val="0"/>
                <a:alphaOff val="0"/>
                <a:shade val="80000"/>
                <a:satMod val="120000"/>
              </a:schemeClr>
            </a:gs>
          </a:gsLst>
          <a:path path="circle">
            <a:fillToRect l="100000" t="100000" r="100000" b="100000"/>
          </a:path>
        </a:gradFill>
        <a:ln>
          <a:noFill/>
        </a:ln>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accent2">
              <a:hueOff val="0"/>
              <a:satOff val="0"/>
              <a:lumOff val="0"/>
              <a:alphaOff val="0"/>
              <a:shade val="27000"/>
              <a:satMod val="12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1333500">
            <a:lnSpc>
              <a:spcPct val="90000"/>
            </a:lnSpc>
            <a:spcBef>
              <a:spcPct val="0"/>
            </a:spcBef>
            <a:spcAft>
              <a:spcPct val="35000"/>
            </a:spcAft>
            <a:buNone/>
          </a:pPr>
          <a:r>
            <a:rPr lang="uz-Cyrl-UZ" sz="3000" kern="1200" dirty="0">
              <a:solidFill>
                <a:schemeClr val="tx1"/>
              </a:solidFill>
            </a:rPr>
            <a:t>gidrоilаshgich yoki gidrоmuftаlаr;  </a:t>
          </a:r>
          <a:endParaRPr lang="en-US" sz="3000" kern="1200" dirty="0">
            <a:solidFill>
              <a:schemeClr val="tx1"/>
            </a:solidFill>
          </a:endParaRPr>
        </a:p>
      </dsp:txBody>
      <dsp:txXfrm>
        <a:off x="1481697" y="2109748"/>
        <a:ext cx="8325722" cy="1205792"/>
      </dsp:txXfrm>
    </dsp:sp>
    <dsp:sp modelId="{130D5169-4A34-457C-8F83-CE0A57D218B7}">
      <dsp:nvSpPr>
        <dsp:cNvPr id="0" name=""/>
        <dsp:cNvSpPr/>
      </dsp:nvSpPr>
      <dsp:spPr>
        <a:xfrm>
          <a:off x="0" y="3541136"/>
          <a:ext cx="1336278" cy="1336278"/>
        </a:xfrm>
        <a:prstGeom prst="roundRect">
          <a:avLst>
            <a:gd name="adj" fmla="val 16670"/>
          </a:avLst>
        </a:prstGeom>
        <a:gradFill rotWithShape="0">
          <a:gsLst>
            <a:gs pos="0">
              <a:schemeClr val="accent3">
                <a:hueOff val="0"/>
                <a:satOff val="0"/>
                <a:lumOff val="0"/>
                <a:alphaOff val="0"/>
              </a:schemeClr>
            </a:gs>
            <a:gs pos="90000">
              <a:schemeClr val="accent3">
                <a:hueOff val="0"/>
                <a:satOff val="0"/>
                <a:lumOff val="0"/>
                <a:alphaOff val="0"/>
                <a:shade val="100000"/>
                <a:satMod val="105000"/>
              </a:schemeClr>
            </a:gs>
            <a:gs pos="100000">
              <a:schemeClr val="accent3">
                <a:hueOff val="0"/>
                <a:satOff val="0"/>
                <a:lumOff val="0"/>
                <a:alphaOff val="0"/>
                <a:shade val="80000"/>
                <a:satMod val="120000"/>
              </a:schemeClr>
            </a:gs>
          </a:gsLst>
          <a:path path="circle">
            <a:fillToRect l="100000" t="100000" r="100000" b="100000"/>
          </a:path>
        </a:gradFill>
        <a:ln>
          <a:noFill/>
        </a:ln>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accent3">
              <a:hueOff val="0"/>
              <a:satOff val="0"/>
              <a:lumOff val="0"/>
              <a:alphaOff val="0"/>
              <a:shade val="27000"/>
              <a:satMod val="120000"/>
            </a:schemeClr>
          </a:contourClr>
        </a:sp3d>
      </dsp:spPr>
      <dsp:style>
        <a:lnRef idx="0">
          <a:scrgbClr r="0" g="0" b="0"/>
        </a:lnRef>
        <a:fillRef idx="3">
          <a:scrgbClr r="0" g="0" b="0"/>
        </a:fillRef>
        <a:effectRef idx="3">
          <a:scrgbClr r="0" g="0" b="0"/>
        </a:effectRef>
        <a:fontRef idx="minor">
          <a:schemeClr val="lt1"/>
        </a:fontRef>
      </dsp:style>
    </dsp:sp>
    <dsp:sp modelId="{68D1D559-0008-4D03-9759-A621C9E4C9D6}">
      <dsp:nvSpPr>
        <dsp:cNvPr id="0" name=""/>
        <dsp:cNvSpPr/>
      </dsp:nvSpPr>
      <dsp:spPr>
        <a:xfrm>
          <a:off x="1416454" y="3541136"/>
          <a:ext cx="8456208" cy="1336278"/>
        </a:xfrm>
        <a:prstGeom prst="roundRect">
          <a:avLst>
            <a:gd name="adj" fmla="val 16670"/>
          </a:avLst>
        </a:prstGeom>
        <a:gradFill rotWithShape="0">
          <a:gsLst>
            <a:gs pos="0">
              <a:schemeClr val="accent3">
                <a:hueOff val="0"/>
                <a:satOff val="0"/>
                <a:lumOff val="0"/>
                <a:alphaOff val="0"/>
              </a:schemeClr>
            </a:gs>
            <a:gs pos="90000">
              <a:schemeClr val="accent3">
                <a:hueOff val="0"/>
                <a:satOff val="0"/>
                <a:lumOff val="0"/>
                <a:alphaOff val="0"/>
                <a:shade val="100000"/>
                <a:satMod val="105000"/>
              </a:schemeClr>
            </a:gs>
            <a:gs pos="100000">
              <a:schemeClr val="accent3">
                <a:hueOff val="0"/>
                <a:satOff val="0"/>
                <a:lumOff val="0"/>
                <a:alphaOff val="0"/>
                <a:shade val="80000"/>
                <a:satMod val="120000"/>
              </a:schemeClr>
            </a:gs>
          </a:gsLst>
          <a:path path="circle">
            <a:fillToRect l="100000" t="100000" r="100000" b="100000"/>
          </a:path>
        </a:gradFill>
        <a:ln>
          <a:noFill/>
        </a:ln>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accent3">
              <a:hueOff val="0"/>
              <a:satOff val="0"/>
              <a:lumOff val="0"/>
              <a:alphaOff val="0"/>
              <a:shade val="27000"/>
              <a:satMod val="120000"/>
            </a:schemeClr>
          </a:contourClr>
        </a:sp3d>
      </dsp:spPr>
      <dsp:style>
        <a:lnRef idx="0">
          <a:scrgbClr r="0" g="0" b="0"/>
        </a:lnRef>
        <a:fillRef idx="3">
          <a:scrgbClr r="0" g="0" b="0"/>
        </a:fillRef>
        <a:effectRef idx="3">
          <a:scrgbClr r="0" g="0" b="0"/>
        </a:effectRef>
        <a:fontRef idx="minor">
          <a:schemeClr val="lt1"/>
        </a:fontRef>
      </dsp:style>
      <dsp:txBody>
        <a:bodyPr spcFirstLastPara="0" vert="horz" wrap="square" lIns="213360" tIns="213360" rIns="213360" bIns="213360" numCol="1" spcCol="1270" anchor="ctr" anchorCtr="0">
          <a:noAutofit/>
        </a:bodyPr>
        <a:lstStyle/>
        <a:p>
          <a:pPr marL="0" lvl="0" indent="0" algn="ctr" defTabSz="1333500">
            <a:lnSpc>
              <a:spcPct val="90000"/>
            </a:lnSpc>
            <a:spcBef>
              <a:spcPct val="0"/>
            </a:spcBef>
            <a:spcAft>
              <a:spcPct val="35000"/>
            </a:spcAft>
            <a:buNone/>
          </a:pPr>
          <a:r>
            <a:rPr lang="uz-Cyrl-UZ" sz="3000" kern="1200" dirty="0">
              <a:solidFill>
                <a:schemeClr val="tx1"/>
              </a:solidFill>
            </a:rPr>
            <a:t>gidrоtrаnsfоrmаtоrlаr yoki turbоtrаnsfоrmаtоrlаr.</a:t>
          </a:r>
          <a:endParaRPr lang="en-US" sz="3000" kern="1200" dirty="0">
            <a:solidFill>
              <a:schemeClr val="tx1"/>
            </a:solidFill>
          </a:endParaRPr>
        </a:p>
      </dsp:txBody>
      <dsp:txXfrm>
        <a:off x="1481697" y="3606379"/>
        <a:ext cx="8325722" cy="1205792"/>
      </dsp:txXfrm>
    </dsp:sp>
  </dsp:spTree>
</dsp:drawing>
</file>

<file path=ppt/diagrams/drawing3.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EC5333A9-C0AF-48C0-B802-34AC5CB4E0B1}">
      <dsp:nvSpPr>
        <dsp:cNvPr id="0" name=""/>
        <dsp:cNvSpPr/>
      </dsp:nvSpPr>
      <dsp:spPr>
        <a:xfrm>
          <a:off x="1850734" y="3129038"/>
          <a:ext cx="778483" cy="2225087"/>
        </a:xfrm>
        <a:custGeom>
          <a:avLst/>
          <a:gdLst/>
          <a:ahLst/>
          <a:cxnLst/>
          <a:rect l="0" t="0" r="0" b="0"/>
          <a:pathLst>
            <a:path>
              <a:moveTo>
                <a:pt x="0" y="0"/>
              </a:moveTo>
              <a:lnTo>
                <a:pt x="389241" y="0"/>
              </a:lnTo>
              <a:lnTo>
                <a:pt x="389241" y="2225087"/>
              </a:lnTo>
              <a:lnTo>
                <a:pt x="778483" y="2225087"/>
              </a:lnTo>
            </a:path>
          </a:pathLst>
        </a:custGeom>
        <a:noFill/>
        <a:ln w="1905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2181043" y="4182648"/>
        <a:ext cx="117866" cy="117866"/>
      </dsp:txXfrm>
    </dsp:sp>
    <dsp:sp modelId="{0BD7F2FE-8C67-4B7C-BA78-DA2E15DB4477}">
      <dsp:nvSpPr>
        <dsp:cNvPr id="0" name=""/>
        <dsp:cNvSpPr/>
      </dsp:nvSpPr>
      <dsp:spPr>
        <a:xfrm>
          <a:off x="1850734" y="3129038"/>
          <a:ext cx="778483" cy="741695"/>
        </a:xfrm>
        <a:custGeom>
          <a:avLst/>
          <a:gdLst/>
          <a:ahLst/>
          <a:cxnLst/>
          <a:rect l="0" t="0" r="0" b="0"/>
          <a:pathLst>
            <a:path>
              <a:moveTo>
                <a:pt x="0" y="0"/>
              </a:moveTo>
              <a:lnTo>
                <a:pt x="389241" y="0"/>
              </a:lnTo>
              <a:lnTo>
                <a:pt x="389241" y="741695"/>
              </a:lnTo>
              <a:lnTo>
                <a:pt x="778483" y="741695"/>
              </a:lnTo>
            </a:path>
          </a:pathLst>
        </a:custGeom>
        <a:noFill/>
        <a:ln w="1905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13095" y="3473004"/>
        <a:ext cx="53762" cy="53762"/>
      </dsp:txXfrm>
    </dsp:sp>
    <dsp:sp modelId="{9DE35332-2106-4EE9-8B45-387B2D27BFD1}">
      <dsp:nvSpPr>
        <dsp:cNvPr id="0" name=""/>
        <dsp:cNvSpPr/>
      </dsp:nvSpPr>
      <dsp:spPr>
        <a:xfrm>
          <a:off x="1850734" y="2387342"/>
          <a:ext cx="778483" cy="741695"/>
        </a:xfrm>
        <a:custGeom>
          <a:avLst/>
          <a:gdLst/>
          <a:ahLst/>
          <a:cxnLst/>
          <a:rect l="0" t="0" r="0" b="0"/>
          <a:pathLst>
            <a:path>
              <a:moveTo>
                <a:pt x="0" y="741695"/>
              </a:moveTo>
              <a:lnTo>
                <a:pt x="389241" y="741695"/>
              </a:lnTo>
              <a:lnTo>
                <a:pt x="389241" y="0"/>
              </a:lnTo>
              <a:lnTo>
                <a:pt x="778483" y="0"/>
              </a:lnTo>
            </a:path>
          </a:pathLst>
        </a:custGeom>
        <a:noFill/>
        <a:ln w="1905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2213095" y="2731309"/>
        <a:ext cx="53762" cy="53762"/>
      </dsp:txXfrm>
    </dsp:sp>
    <dsp:sp modelId="{F0A61B29-431B-44AB-A20F-02FCE27C995E}">
      <dsp:nvSpPr>
        <dsp:cNvPr id="0" name=""/>
        <dsp:cNvSpPr/>
      </dsp:nvSpPr>
      <dsp:spPr>
        <a:xfrm>
          <a:off x="1850734" y="903950"/>
          <a:ext cx="778483" cy="2225087"/>
        </a:xfrm>
        <a:custGeom>
          <a:avLst/>
          <a:gdLst/>
          <a:ahLst/>
          <a:cxnLst/>
          <a:rect l="0" t="0" r="0" b="0"/>
          <a:pathLst>
            <a:path>
              <a:moveTo>
                <a:pt x="0" y="2225087"/>
              </a:moveTo>
              <a:lnTo>
                <a:pt x="389241" y="2225087"/>
              </a:lnTo>
              <a:lnTo>
                <a:pt x="389241" y="0"/>
              </a:lnTo>
              <a:lnTo>
                <a:pt x="778483" y="0"/>
              </a:lnTo>
            </a:path>
          </a:pathLst>
        </a:custGeom>
        <a:noFill/>
        <a:ln w="1905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55600">
            <a:lnSpc>
              <a:spcPct val="90000"/>
            </a:lnSpc>
            <a:spcBef>
              <a:spcPct val="0"/>
            </a:spcBef>
            <a:spcAft>
              <a:spcPct val="35000"/>
            </a:spcAft>
            <a:buNone/>
          </a:pPr>
          <a:endParaRPr lang="en-US" sz="800" kern="1200"/>
        </a:p>
      </dsp:txBody>
      <dsp:txXfrm>
        <a:off x="2181043" y="1957560"/>
        <a:ext cx="117866" cy="117866"/>
      </dsp:txXfrm>
    </dsp:sp>
    <dsp:sp modelId="{E97099DA-164C-4831-92D9-DD60CBED96AD}">
      <dsp:nvSpPr>
        <dsp:cNvPr id="0" name=""/>
        <dsp:cNvSpPr/>
      </dsp:nvSpPr>
      <dsp:spPr>
        <a:xfrm rot="16200000">
          <a:off x="-1865551" y="2535681"/>
          <a:ext cx="6245859" cy="1186713"/>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7305" tIns="27305" rIns="27305" bIns="27305" numCol="1" spcCol="1270" anchor="ctr" anchorCtr="0">
          <a:noAutofit/>
        </a:bodyPr>
        <a:lstStyle/>
        <a:p>
          <a:pPr marL="0" lvl="0" indent="0" algn="ctr" defTabSz="1911350">
            <a:lnSpc>
              <a:spcPct val="90000"/>
            </a:lnSpc>
            <a:spcBef>
              <a:spcPct val="0"/>
            </a:spcBef>
            <a:spcAft>
              <a:spcPct val="35000"/>
            </a:spcAft>
            <a:buNone/>
          </a:pPr>
          <a:r>
            <a:rPr lang="en-US" sz="4300" kern="1200" dirty="0">
              <a:latin typeface="Times New Roman" panose="02020603050405020304" pitchFamily="18" charset="0"/>
              <a:cs typeface="Times New Roman" panose="02020603050405020304" pitchFamily="18" charset="0"/>
            </a:rPr>
            <a:t>I</a:t>
          </a:r>
          <a:r>
            <a:rPr lang="uz-Cyrl-UZ" sz="4300" kern="1200" dirty="0">
              <a:latin typeface="Times New Roman" panose="02020603050405020304" pitchFamily="18" charset="0"/>
              <a:cs typeface="Times New Roman" panose="02020603050405020304" pitchFamily="18" charset="0"/>
            </a:rPr>
            <a:t>sh suyuqliklаrigа quyidаgi tаlаblаr qo’yilаdi: </a:t>
          </a:r>
          <a:endParaRPr lang="en-US" sz="4300" kern="1200" dirty="0">
            <a:latin typeface="Times New Roman" panose="02020603050405020304" pitchFamily="18" charset="0"/>
            <a:cs typeface="Times New Roman" panose="02020603050405020304" pitchFamily="18" charset="0"/>
          </a:endParaRPr>
        </a:p>
      </dsp:txBody>
      <dsp:txXfrm>
        <a:off x="-1865551" y="2535681"/>
        <a:ext cx="6245859" cy="1186713"/>
      </dsp:txXfrm>
    </dsp:sp>
    <dsp:sp modelId="{C163C2DF-6089-4157-B9DF-FE8D76F914F7}">
      <dsp:nvSpPr>
        <dsp:cNvPr id="0" name=""/>
        <dsp:cNvSpPr/>
      </dsp:nvSpPr>
      <dsp:spPr>
        <a:xfrm>
          <a:off x="2629218" y="310594"/>
          <a:ext cx="8510502" cy="1186713"/>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uz-Cyrl-UZ" sz="2000" kern="1200">
              <a:latin typeface="Times New Roman" panose="02020603050405020304" pitchFamily="18" charset="0"/>
              <a:cs typeface="Times New Roman" panose="02020603050405020304" pitchFamily="18" charset="0"/>
            </a:rPr>
            <a:t>Ish suyuqliklаri tig’izlаgichlаrdа shundаy mustаhkаm mоy qаtlаmi hоsil qilishi kerаkki, gidrоuzаtmа yaхshi ishlаsin. Аytib o’tish kerаkki, аgаr mоy qаtlаmining mustаhkаmligi kerаgidаn оrtib ketsа, gidrоаppаrаturаlаrning ishlаshi yomоnlаshаdi. </a:t>
          </a:r>
          <a:endParaRPr lang="en-US" sz="2000" kern="1200" dirty="0">
            <a:latin typeface="Times New Roman" panose="02020603050405020304" pitchFamily="18" charset="0"/>
            <a:cs typeface="Times New Roman" panose="02020603050405020304" pitchFamily="18" charset="0"/>
          </a:endParaRPr>
        </a:p>
      </dsp:txBody>
      <dsp:txXfrm>
        <a:off x="2629218" y="310594"/>
        <a:ext cx="8510502" cy="1186713"/>
      </dsp:txXfrm>
    </dsp:sp>
    <dsp:sp modelId="{45BACF98-A9E8-43E8-AEF2-630A2224CDC1}">
      <dsp:nvSpPr>
        <dsp:cNvPr id="0" name=""/>
        <dsp:cNvSpPr/>
      </dsp:nvSpPr>
      <dsp:spPr>
        <a:xfrm>
          <a:off x="2629218" y="1793985"/>
          <a:ext cx="8510502" cy="1186713"/>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uz-Cyrl-UZ" sz="2000" kern="1200">
              <a:latin typeface="Times New Roman" panose="02020603050405020304" pitchFamily="18" charset="0"/>
              <a:cs typeface="Times New Roman" panose="02020603050405020304" pitchFamily="18" charset="0"/>
            </a:rPr>
            <a:t>Meхаnizmlаrdаn  uzоq  fоydаlаnish,  ulаrning  beto’хtоv  vа  yuqоri dаrаjаdа аniqlik  bilаn  ishlаshini  tа’minlаsh  uchun  ish  suyuqligi  kоrrоziyani  kаmаytirish  vа хimiyaviy bаrqаrоrlik хususiyatlаrigа egа bo’lishi zаrur. </a:t>
          </a:r>
          <a:endParaRPr lang="en-US" sz="2000" kern="1200" dirty="0">
            <a:latin typeface="Times New Roman" panose="02020603050405020304" pitchFamily="18" charset="0"/>
            <a:cs typeface="Times New Roman" panose="02020603050405020304" pitchFamily="18" charset="0"/>
          </a:endParaRPr>
        </a:p>
      </dsp:txBody>
      <dsp:txXfrm>
        <a:off x="2629218" y="1793985"/>
        <a:ext cx="8510502" cy="1186713"/>
      </dsp:txXfrm>
    </dsp:sp>
    <dsp:sp modelId="{CFB58629-2BED-4188-AD05-7AF34C95F275}">
      <dsp:nvSpPr>
        <dsp:cNvPr id="0" name=""/>
        <dsp:cNvSpPr/>
      </dsp:nvSpPr>
      <dsp:spPr>
        <a:xfrm>
          <a:off x="2629218" y="3277377"/>
          <a:ext cx="8510502" cy="1186713"/>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uz-Cyrl-UZ" sz="2000" kern="1200">
              <a:latin typeface="Times New Roman" panose="02020603050405020304" pitchFamily="18" charset="0"/>
              <a:cs typeface="Times New Roman" panose="02020603050405020304" pitchFamily="18" charset="0"/>
            </a:rPr>
            <a:t>Meхаnizmlаr  uzоq  vаqt  ishlаtilgаndа  ikkinchi  tаlаb  аlоhidа  аhаmiyatgа  egа bo’lаdi. Neft mоylаrigа bа’zi mоy yoki efirlаr 0,5 – 1,0% qo’shilsа, kоrrоziyaning аgressivligini kаmаytirish mumkin. Bu qo’shilmаlаr metаll sirtidа uning sirtini vа mоyni оksidlаnishdаn sаqlаydigаn himоya yupqа qаtlаmi hоsil qilаdi. </a:t>
          </a:r>
          <a:endParaRPr lang="en-US" sz="2000" kern="1200" dirty="0">
            <a:latin typeface="Times New Roman" panose="02020603050405020304" pitchFamily="18" charset="0"/>
            <a:cs typeface="Times New Roman" panose="02020603050405020304" pitchFamily="18" charset="0"/>
          </a:endParaRPr>
        </a:p>
      </dsp:txBody>
      <dsp:txXfrm>
        <a:off x="2629218" y="3277377"/>
        <a:ext cx="8510502" cy="1186713"/>
      </dsp:txXfrm>
    </dsp:sp>
    <dsp:sp modelId="{74D02D32-A384-4D25-8D58-46FBE5F26F24}">
      <dsp:nvSpPr>
        <dsp:cNvPr id="0" name=""/>
        <dsp:cNvSpPr/>
      </dsp:nvSpPr>
      <dsp:spPr>
        <a:xfrm>
          <a:off x="2629218" y="4760768"/>
          <a:ext cx="8510502" cy="1186713"/>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2700" tIns="12700" rIns="12700" bIns="12700" numCol="1" spcCol="1270" anchor="ctr" anchorCtr="0">
          <a:noAutofit/>
        </a:bodyPr>
        <a:lstStyle/>
        <a:p>
          <a:pPr marL="0" lvl="0" indent="0" algn="ctr" defTabSz="889000">
            <a:lnSpc>
              <a:spcPct val="90000"/>
            </a:lnSpc>
            <a:spcBef>
              <a:spcPct val="0"/>
            </a:spcBef>
            <a:spcAft>
              <a:spcPct val="35000"/>
            </a:spcAft>
            <a:buNone/>
          </a:pPr>
          <a:r>
            <a:rPr lang="uz-Cyrl-UZ" sz="2000" kern="1200" dirty="0">
              <a:latin typeface="Times New Roman" panose="02020603050405020304" pitchFamily="18" charset="0"/>
              <a:cs typeface="Times New Roman" panose="02020603050405020304" pitchFamily="18" charset="0"/>
            </a:rPr>
            <a:t>Hаjmiy uzаtmаdаgi ish suyuqligining qоvushоqligi nisbаtаn kаm vа temperаturа tа’siridа оz o’zgаrаdigаn bo’lishi kerаk. Qоvushоqlikkа kаm bo’lgаn neft mоylаridаn fоydаlаnish ishqаlаnish qаrshiligini kаmаytirаdi, аppаrаturаning аniqligini vа sezgirligini оshirаdi. </a:t>
          </a:r>
          <a:endParaRPr lang="en-US" sz="2000" kern="1200" dirty="0">
            <a:latin typeface="Times New Roman" panose="02020603050405020304" pitchFamily="18" charset="0"/>
            <a:cs typeface="Times New Roman" panose="02020603050405020304" pitchFamily="18" charset="0"/>
          </a:endParaRPr>
        </a:p>
      </dsp:txBody>
      <dsp:txXfrm>
        <a:off x="2629218" y="4760768"/>
        <a:ext cx="8510502" cy="1186713"/>
      </dsp:txXfrm>
    </dsp:sp>
  </dsp:spTree>
</dsp:drawing>
</file>

<file path=ppt/diagrams/drawing4.xml><?xml version="1.0" encoding="utf-8"?>
<dsp:drawing xmlns:dgm="http://schemas.openxmlformats.org/drawingml/2006/diagram" xmlns:dsp="http://schemas.microsoft.com/office/drawing/2008/diagram" xmlns:a="http://schemas.openxmlformats.org/drawingml/2006/main">
  <dsp:spTree>
    <dsp:nvGrpSpPr>
      <dsp:cNvPr id="0" name=""/>
      <dsp:cNvGrpSpPr/>
    </dsp:nvGrpSpPr>
    <dsp:grpSpPr/>
    <dsp:sp modelId="{DA783757-78F7-4DD7-9B77-1C783778E7CD}">
      <dsp:nvSpPr>
        <dsp:cNvPr id="0" name=""/>
        <dsp:cNvSpPr/>
      </dsp:nvSpPr>
      <dsp:spPr>
        <a:xfrm>
          <a:off x="1406444" y="3129038"/>
          <a:ext cx="561604" cy="1720567"/>
        </a:xfrm>
        <a:custGeom>
          <a:avLst/>
          <a:gdLst/>
          <a:ahLst/>
          <a:cxnLst/>
          <a:rect l="0" t="0" r="0" b="0"/>
          <a:pathLst>
            <a:path>
              <a:moveTo>
                <a:pt x="0" y="0"/>
              </a:moveTo>
              <a:lnTo>
                <a:pt x="280802" y="0"/>
              </a:lnTo>
              <a:lnTo>
                <a:pt x="280802" y="1720567"/>
              </a:lnTo>
              <a:lnTo>
                <a:pt x="561604" y="1720567"/>
              </a:lnTo>
            </a:path>
          </a:pathLst>
        </a:custGeom>
        <a:noFill/>
        <a:ln w="1905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66700">
            <a:lnSpc>
              <a:spcPct val="90000"/>
            </a:lnSpc>
            <a:spcBef>
              <a:spcPct val="0"/>
            </a:spcBef>
            <a:spcAft>
              <a:spcPct val="35000"/>
            </a:spcAft>
            <a:buNone/>
          </a:pPr>
          <a:endParaRPr lang="en-US" sz="600" kern="1200"/>
        </a:p>
      </dsp:txBody>
      <dsp:txXfrm>
        <a:off x="1641998" y="3944074"/>
        <a:ext cx="90495" cy="90495"/>
      </dsp:txXfrm>
    </dsp:sp>
    <dsp:sp modelId="{F8B94BF2-AA19-46A4-BD87-B3767EACDACB}">
      <dsp:nvSpPr>
        <dsp:cNvPr id="0" name=""/>
        <dsp:cNvSpPr/>
      </dsp:nvSpPr>
      <dsp:spPr>
        <a:xfrm>
          <a:off x="1406444" y="2392737"/>
          <a:ext cx="571825" cy="736300"/>
        </a:xfrm>
        <a:custGeom>
          <a:avLst/>
          <a:gdLst/>
          <a:ahLst/>
          <a:cxnLst/>
          <a:rect l="0" t="0" r="0" b="0"/>
          <a:pathLst>
            <a:path>
              <a:moveTo>
                <a:pt x="0" y="736300"/>
              </a:moveTo>
              <a:lnTo>
                <a:pt x="285912" y="736300"/>
              </a:lnTo>
              <a:lnTo>
                <a:pt x="285912" y="0"/>
              </a:lnTo>
              <a:lnTo>
                <a:pt x="571825" y="0"/>
              </a:lnTo>
            </a:path>
          </a:pathLst>
        </a:custGeom>
        <a:noFill/>
        <a:ln w="1905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222250">
            <a:lnSpc>
              <a:spcPct val="90000"/>
            </a:lnSpc>
            <a:spcBef>
              <a:spcPct val="0"/>
            </a:spcBef>
            <a:spcAft>
              <a:spcPct val="35000"/>
            </a:spcAft>
            <a:buNone/>
          </a:pPr>
          <a:endParaRPr lang="en-US" sz="500" kern="1200"/>
        </a:p>
      </dsp:txBody>
      <dsp:txXfrm>
        <a:off x="1669050" y="2737580"/>
        <a:ext cx="46613" cy="46613"/>
      </dsp:txXfrm>
    </dsp:sp>
    <dsp:sp modelId="{FCF40F03-86D9-42F3-B2DA-8AA65F47AA91}">
      <dsp:nvSpPr>
        <dsp:cNvPr id="0" name=""/>
        <dsp:cNvSpPr/>
      </dsp:nvSpPr>
      <dsp:spPr>
        <a:xfrm>
          <a:off x="1406444" y="1007355"/>
          <a:ext cx="550147" cy="2121682"/>
        </a:xfrm>
        <a:custGeom>
          <a:avLst/>
          <a:gdLst/>
          <a:ahLst/>
          <a:cxnLst/>
          <a:rect l="0" t="0" r="0" b="0"/>
          <a:pathLst>
            <a:path>
              <a:moveTo>
                <a:pt x="0" y="2121682"/>
              </a:moveTo>
              <a:lnTo>
                <a:pt x="275073" y="2121682"/>
              </a:lnTo>
              <a:lnTo>
                <a:pt x="275073" y="0"/>
              </a:lnTo>
              <a:lnTo>
                <a:pt x="550147" y="0"/>
              </a:lnTo>
            </a:path>
          </a:pathLst>
        </a:custGeom>
        <a:noFill/>
        <a:ln w="1905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311150">
            <a:lnSpc>
              <a:spcPct val="90000"/>
            </a:lnSpc>
            <a:spcBef>
              <a:spcPct val="0"/>
            </a:spcBef>
            <a:spcAft>
              <a:spcPct val="35000"/>
            </a:spcAft>
            <a:buNone/>
          </a:pPr>
          <a:endParaRPr lang="en-US" sz="700" kern="1200"/>
        </a:p>
      </dsp:txBody>
      <dsp:txXfrm>
        <a:off x="1626721" y="2013400"/>
        <a:ext cx="109592" cy="109592"/>
      </dsp:txXfrm>
    </dsp:sp>
    <dsp:sp modelId="{F0A61B29-431B-44AB-A20F-02FCE27C995E}">
      <dsp:nvSpPr>
        <dsp:cNvPr id="0" name=""/>
        <dsp:cNvSpPr/>
      </dsp:nvSpPr>
      <dsp:spPr>
        <a:xfrm>
          <a:off x="1406444" y="299220"/>
          <a:ext cx="522965" cy="2829817"/>
        </a:xfrm>
        <a:custGeom>
          <a:avLst/>
          <a:gdLst/>
          <a:ahLst/>
          <a:cxnLst/>
          <a:rect l="0" t="0" r="0" b="0"/>
          <a:pathLst>
            <a:path>
              <a:moveTo>
                <a:pt x="0" y="2829817"/>
              </a:moveTo>
              <a:lnTo>
                <a:pt x="261482" y="2829817"/>
              </a:lnTo>
              <a:lnTo>
                <a:pt x="261482" y="0"/>
              </a:lnTo>
              <a:lnTo>
                <a:pt x="522965" y="0"/>
              </a:lnTo>
            </a:path>
          </a:pathLst>
        </a:custGeom>
        <a:noFill/>
        <a:ln w="19050" cap="flat" cmpd="sng" algn="ctr">
          <a:solidFill>
            <a:schemeClr val="dk1">
              <a:shade val="60000"/>
              <a:hueOff val="0"/>
              <a:satOff val="0"/>
              <a:lumOff val="0"/>
              <a:alphaOff val="0"/>
            </a:schemeClr>
          </a:solidFill>
          <a:prstDash val="solid"/>
        </a:ln>
        <a:effectLst/>
      </dsp:spPr>
      <dsp:style>
        <a:lnRef idx="2">
          <a:scrgbClr r="0" g="0" b="0"/>
        </a:lnRef>
        <a:fillRef idx="0">
          <a:scrgbClr r="0" g="0" b="0"/>
        </a:fillRef>
        <a:effectRef idx="0">
          <a:scrgbClr r="0" g="0" b="0"/>
        </a:effectRef>
        <a:fontRef idx="minor"/>
      </dsp:style>
      <dsp:txBody>
        <a:bodyPr spcFirstLastPara="0" vert="horz" wrap="square" lIns="12700" tIns="0" rIns="12700" bIns="0" numCol="1" spcCol="1270" anchor="ctr" anchorCtr="0">
          <a:noAutofit/>
        </a:bodyPr>
        <a:lstStyle/>
        <a:p>
          <a:pPr marL="0" lvl="0" indent="0" algn="ctr" defTabSz="444500">
            <a:lnSpc>
              <a:spcPct val="90000"/>
            </a:lnSpc>
            <a:spcBef>
              <a:spcPct val="0"/>
            </a:spcBef>
            <a:spcAft>
              <a:spcPct val="35000"/>
            </a:spcAft>
            <a:buNone/>
          </a:pPr>
          <a:endParaRPr lang="en-US" sz="1000" kern="1200"/>
        </a:p>
      </dsp:txBody>
      <dsp:txXfrm>
        <a:off x="1595983" y="1642185"/>
        <a:ext cx="143886" cy="143886"/>
      </dsp:txXfrm>
    </dsp:sp>
    <dsp:sp modelId="{E97099DA-164C-4831-92D9-DD60CBED96AD}">
      <dsp:nvSpPr>
        <dsp:cNvPr id="0" name=""/>
        <dsp:cNvSpPr/>
      </dsp:nvSpPr>
      <dsp:spPr>
        <a:xfrm rot="16200000">
          <a:off x="-1306334" y="2669164"/>
          <a:ext cx="4505810" cy="919746"/>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20320" tIns="20320" rIns="20320" bIns="20320" numCol="1" spcCol="1270" anchor="ctr" anchorCtr="0">
          <a:noAutofit/>
        </a:bodyPr>
        <a:lstStyle/>
        <a:p>
          <a:pPr marL="0" lvl="0" indent="0" algn="ctr" defTabSz="1422400">
            <a:lnSpc>
              <a:spcPct val="90000"/>
            </a:lnSpc>
            <a:spcBef>
              <a:spcPct val="0"/>
            </a:spcBef>
            <a:spcAft>
              <a:spcPct val="35000"/>
            </a:spcAft>
            <a:buNone/>
          </a:pPr>
          <a:r>
            <a:rPr lang="en-US" sz="3200" kern="1200" dirty="0">
              <a:latin typeface="Times New Roman" panose="02020603050405020304" pitchFamily="18" charset="0"/>
              <a:cs typeface="Times New Roman" panose="02020603050405020304" pitchFamily="18" charset="0"/>
            </a:rPr>
            <a:t>I</a:t>
          </a:r>
          <a:r>
            <a:rPr lang="uz-Cyrl-UZ" sz="3200" kern="1200" dirty="0">
              <a:latin typeface="Times New Roman" panose="02020603050405020304" pitchFamily="18" charset="0"/>
              <a:cs typeface="Times New Roman" panose="02020603050405020304" pitchFamily="18" charset="0"/>
            </a:rPr>
            <a:t>sh suyuqliklаrigа quyidаgi tаlаblаr qo’yilаdi: </a:t>
          </a:r>
          <a:endParaRPr lang="en-US" sz="3200" kern="1200" dirty="0">
            <a:latin typeface="Times New Roman" panose="02020603050405020304" pitchFamily="18" charset="0"/>
            <a:cs typeface="Times New Roman" panose="02020603050405020304" pitchFamily="18" charset="0"/>
          </a:endParaRPr>
        </a:p>
      </dsp:txBody>
      <dsp:txXfrm>
        <a:off x="-1306334" y="2669164"/>
        <a:ext cx="4505810" cy="919746"/>
      </dsp:txXfrm>
    </dsp:sp>
    <dsp:sp modelId="{C163C2DF-6089-4157-B9DF-FE8D76F914F7}">
      <dsp:nvSpPr>
        <dsp:cNvPr id="0" name=""/>
        <dsp:cNvSpPr/>
      </dsp:nvSpPr>
      <dsp:spPr>
        <a:xfrm>
          <a:off x="1929409" y="2670"/>
          <a:ext cx="9326476" cy="593100"/>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uz-Cyrl-UZ" sz="2400" kern="1200">
              <a:latin typeface="Times New Roman" panose="02020603050405020304" pitchFamily="18" charset="0"/>
              <a:cs typeface="Times New Roman" panose="02020603050405020304" pitchFamily="18" charset="0"/>
            </a:rPr>
            <a:t>Meхаnizmning  berilgаn  ishlаsh  qоbiliyatini  tа’minlаsh  uchun  suyuqlik  bir jinsli vа yaхshi yuzаlаngаn bo’lishi kerаk. </a:t>
          </a:r>
          <a:endParaRPr lang="en-US" sz="2400" kern="1200" dirty="0">
            <a:latin typeface="Times New Roman" panose="02020603050405020304" pitchFamily="18" charset="0"/>
            <a:cs typeface="Times New Roman" panose="02020603050405020304" pitchFamily="18" charset="0"/>
          </a:endParaRPr>
        </a:p>
      </dsp:txBody>
      <dsp:txXfrm>
        <a:off x="1929409" y="2670"/>
        <a:ext cx="9326476" cy="593100"/>
      </dsp:txXfrm>
    </dsp:sp>
    <dsp:sp modelId="{C51D3E81-ECED-4B82-BE73-60AB35AE3E6B}">
      <dsp:nvSpPr>
        <dsp:cNvPr id="0" name=""/>
        <dsp:cNvSpPr/>
      </dsp:nvSpPr>
      <dsp:spPr>
        <a:xfrm>
          <a:off x="1956591" y="728158"/>
          <a:ext cx="9330239" cy="558393"/>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uz-Cyrl-UZ" sz="2400" kern="1200">
              <a:latin typeface="Times New Roman" panose="02020603050405020304" pitchFamily="18" charset="0"/>
              <a:cs typeface="Times New Roman" panose="02020603050405020304" pitchFamily="18" charset="0"/>
            </a:rPr>
            <a:t>Ish suyuqliklаri tig’izlаsh qistirmаsining bo’kishigа vа erishigа sаbаb bo’lmаsligi kerаk. </a:t>
          </a:r>
          <a:endParaRPr lang="en-US" sz="2400" kern="1200" dirty="0">
            <a:latin typeface="Times New Roman" panose="02020603050405020304" pitchFamily="18" charset="0"/>
            <a:cs typeface="Times New Roman" panose="02020603050405020304" pitchFamily="18" charset="0"/>
          </a:endParaRPr>
        </a:p>
      </dsp:txBody>
      <dsp:txXfrm>
        <a:off x="1956591" y="728158"/>
        <a:ext cx="9330239" cy="558393"/>
      </dsp:txXfrm>
    </dsp:sp>
    <dsp:sp modelId="{F3BB3C6F-FCB2-4C60-A9F0-FB7C0E059A11}">
      <dsp:nvSpPr>
        <dsp:cNvPr id="0" name=""/>
        <dsp:cNvSpPr/>
      </dsp:nvSpPr>
      <dsp:spPr>
        <a:xfrm>
          <a:off x="1978269" y="1568955"/>
          <a:ext cx="9334283" cy="1647563"/>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uz-Cyrl-UZ" sz="2400" kern="1200" dirty="0">
              <a:latin typeface="Times New Roman" panose="02020603050405020304" pitchFamily="18" charset="0"/>
              <a:cs typeface="Times New Roman" panose="02020603050405020304" pitchFamily="18" charset="0"/>
            </a:rPr>
            <a:t>Hаjmiy gidrаvlik meхаnizmlаrdаgi ish suyuqligi bаrqаrоr elаstiklik mоduligа vа  hаjmiy  оg’irlikkа  egа  bo’lishi  kerаk.  Shuning  uchun  mоying  ish    vаqtidаgi temperаturаning o’zgаrish chegаrаsidа gаzlаrni sing’dirishi vа аjrаtishi mumkin qаdаr kаm bo’lishi kerаk. Kаttа bоsimlаrdа elаstiklik mоdulining bаrqаrоr bo’lishi аlоhidа аhаmiyatgа egа. </a:t>
          </a:r>
          <a:endParaRPr lang="en-US" sz="2400" kern="1200" dirty="0">
            <a:latin typeface="Times New Roman" panose="02020603050405020304" pitchFamily="18" charset="0"/>
            <a:cs typeface="Times New Roman" panose="02020603050405020304" pitchFamily="18" charset="0"/>
          </a:endParaRPr>
        </a:p>
      </dsp:txBody>
      <dsp:txXfrm>
        <a:off x="1978269" y="1568955"/>
        <a:ext cx="9334283" cy="1647563"/>
      </dsp:txXfrm>
    </dsp:sp>
    <dsp:sp modelId="{4D74C901-23C8-4DFE-82A6-576CDF34854C}">
      <dsp:nvSpPr>
        <dsp:cNvPr id="0" name=""/>
        <dsp:cNvSpPr/>
      </dsp:nvSpPr>
      <dsp:spPr>
        <a:xfrm>
          <a:off x="1968048" y="3447658"/>
          <a:ext cx="9348997" cy="2803894"/>
        </a:xfrm>
        <a:prstGeom prst="rect">
          <a:avLst/>
        </a:prstGeom>
        <a:solidFill>
          <a:schemeClr val="lt1">
            <a:hueOff val="0"/>
            <a:satOff val="0"/>
            <a:lumOff val="0"/>
            <a:alphaOff val="0"/>
          </a:schemeClr>
        </a:solidFill>
        <a:ln w="19050" cap="flat" cmpd="sng" algn="ctr">
          <a:solidFill>
            <a:schemeClr val="dk1">
              <a:shade val="80000"/>
              <a:hueOff val="0"/>
              <a:satOff val="0"/>
              <a:lumOff val="0"/>
              <a:alphaOff val="0"/>
            </a:schemeClr>
          </a:solidFill>
          <a:prstDash val="solid"/>
        </a:ln>
        <a:effectLst/>
      </dsp:spPr>
      <dsp:style>
        <a:lnRef idx="2">
          <a:scrgbClr r="0" g="0" b="0"/>
        </a:lnRef>
        <a:fillRef idx="1">
          <a:scrgbClr r="0" g="0" b="0"/>
        </a:fillRef>
        <a:effectRef idx="0">
          <a:scrgbClr r="0" g="0" b="0"/>
        </a:effectRef>
        <a:fontRef idx="minor">
          <a:schemeClr val="lt1"/>
        </a:fontRef>
      </dsp:style>
      <dsp:txBody>
        <a:bodyPr spcFirstLastPara="0" vert="horz" wrap="square" lIns="15240" tIns="15240" rIns="15240" bIns="15240" numCol="1" spcCol="1270" anchor="ctr" anchorCtr="0">
          <a:noAutofit/>
        </a:bodyPr>
        <a:lstStyle/>
        <a:p>
          <a:pPr marL="0" lvl="0" indent="0" algn="ctr" defTabSz="1066800">
            <a:lnSpc>
              <a:spcPct val="90000"/>
            </a:lnSpc>
            <a:spcBef>
              <a:spcPct val="0"/>
            </a:spcBef>
            <a:spcAft>
              <a:spcPct val="35000"/>
            </a:spcAft>
            <a:buNone/>
          </a:pPr>
          <a:r>
            <a:rPr lang="uz-Cyrl-UZ" sz="2400" kern="1200" dirty="0">
              <a:latin typeface="Times New Roman" panose="02020603050405020304" pitchFamily="18" charset="0"/>
              <a:cs typeface="Times New Roman" panose="02020603050405020304" pitchFamily="18" charset="0"/>
            </a:rPr>
            <a:t>Gidrаvlik  meхаnizmlаrdа  pаydо bo’lаdigаn  bir qаnchа hоdisаlаr  hаvоning ish suyuqligidа eruvchаnligi bilаn bоg’liq. Ish suyuqligidа hаvоning eruvchаnligi: nаsоslаrning  unumdоrligining  kаmаyishigа,  gidrоdvigаtelning  nоtekis  ishlаshigа  vа bоshqаlаrgа оlib kelаdi. Gidrоuzаtmаlаrning bаrqаrоr ishlаshini tа’minlаsh uchun ish suyuqligidа  erigаn  hаvо  ilоji  bоrichа  kаm  bo’lishi  kerаk.  Ish  suyuqliklаrining оbliterаsiyagа  (bo’shliqlаrni  bekitib  qo’yishgа)  lаyoqаti  bоshqаruvchi  qurilmаlаr (zоlоtniklаr,  drоssellаr  vа  bоshqаlаr)ning  ishlаshigа  mа’lum  dаrаjаdа  tа’sir  qilаdi.</a:t>
          </a:r>
          <a:endParaRPr lang="en-US" sz="2400" kern="1200" dirty="0">
            <a:latin typeface="Times New Roman" panose="02020603050405020304" pitchFamily="18" charset="0"/>
            <a:cs typeface="Times New Roman" panose="02020603050405020304" pitchFamily="18" charset="0"/>
          </a:endParaRPr>
        </a:p>
      </dsp:txBody>
      <dsp:txXfrm>
        <a:off x="1968048" y="3447658"/>
        <a:ext cx="9348997" cy="2803894"/>
      </dsp:txXfrm>
    </dsp:sp>
  </dsp:spTree>
</dsp:drawing>
</file>

<file path=ppt/diagrams/layout1.xml><?xml version="1.0" encoding="utf-8"?>
<dgm:layoutDef xmlns:dgm="http://schemas.openxmlformats.org/drawingml/2006/diagram" xmlns:a="http://schemas.openxmlformats.org/drawingml/2006/main" uniqueId="urn:microsoft.com/office/officeart/2009/layout/CircleArrowProcess">
  <dgm:title val=""/>
  <dgm:desc val=""/>
  <dgm:catLst>
    <dgm:cat type="process" pri="16500"/>
    <dgm:cat type="cycle" pri="16000"/>
  </dgm:catLst>
  <dgm:sampData>
    <dgm:dataModel>
      <dgm:ptLst>
        <dgm:pt modelId="0" type="doc"/>
        <dgm:pt modelId="10">
          <dgm:prSet phldr="1"/>
        </dgm:pt>
        <dgm:pt modelId="20">
          <dgm:prSet phldr="1"/>
        </dgm:pt>
        <dgm:pt modelId="30">
          <dgm:prSet phldr="1"/>
        </dgm:pt>
      </dgm:ptLst>
      <dgm:cxnLst>
        <dgm:cxn modelId="40" srcId="0" destId="10" srcOrd="0" destOrd="0"/>
        <dgm:cxn modelId="50" srcId="0" destId="20" srcOrd="1" destOrd="0"/>
        <dgm:cxn modelId="60" srcId="0" destId="30" srcOrd="2" destOrd="0"/>
      </dgm:cxnLst>
      <dgm:bg/>
      <dgm:whole/>
    </dgm:dataModel>
  </dgm:sampData>
  <dgm:styleData>
    <dgm:dataModel>
      <dgm:ptLst>
        <dgm:pt modelId="0" type="doc"/>
        <dgm:pt modelId="10">
          <dgm:prSet phldr="1"/>
        </dgm:pt>
        <dgm:pt modelId="20">
          <dgm:prSet phldr="1"/>
        </dgm:pt>
      </dgm:ptLst>
      <dgm:cxnLst>
        <dgm:cxn modelId="30" srcId="0" destId="10" srcOrd="0" destOrd="0"/>
        <dgm:cxn modelId="40" srcId="0" destId="20" srcOrd="1" destOrd="0"/>
      </dgm:cxnLst>
      <dgm:bg/>
      <dgm:whole/>
    </dgm:dataModel>
  </dgm:styleData>
  <dgm:clrData>
    <dgm:dataModel>
      <dgm:ptLst>
        <dgm:pt modelId="0" type="doc"/>
        <dgm:pt modelId="10">
          <dgm:prSet phldr="1"/>
        </dgm:pt>
        <dgm:pt modelId="20">
          <dgm:prSet phldr="1"/>
        </dgm:pt>
        <dgm:pt modelId="30">
          <dgm:prSet phldr="1"/>
        </dgm:pt>
        <dgm:pt modelId="40">
          <dgm:prSet phldr="1"/>
        </dgm:pt>
      </dgm:ptLst>
      <dgm:cxnLst>
        <dgm:cxn modelId="50" srcId="0" destId="10" srcOrd="0" destOrd="0"/>
        <dgm:cxn modelId="60" srcId="0" destId="20" srcOrd="1" destOrd="0"/>
        <dgm:cxn modelId="70" srcId="0" destId="30" srcOrd="2" destOrd="0"/>
        <dgm:cxn modelId="80" srcId="0" destId="40" srcOrd="3" destOrd="0"/>
      </dgm:cxnLst>
      <dgm:bg/>
      <dgm:whole/>
    </dgm:dataModel>
  </dgm:clrData>
  <dgm:layoutNode name="Name0">
    <dgm:varLst>
      <dgm:chMax val="7"/>
      <dgm:chPref val="7"/>
      <dgm:dir/>
      <dgm:animLvl val="lvl"/>
    </dgm:varLst>
    <dgm:shape xmlns:r="http://schemas.openxmlformats.org/officeDocument/2006/relationships" r:blip="">
      <dgm:adjLst/>
    </dgm:shape>
    <dgm:choose name="Name1">
      <dgm:if name="Name2" func="var" arg="dir" op="equ" val="norm">
        <dgm:choose name="Name3">
          <dgm:if name="Name4"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5"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1144"/>
              <dgm:constr type="t" for="ch" forName="Accent1" refType="h" fact="0"/>
              <dgm:constr type="w" for="ch" forName="Accent1" refType="w" fact="0.5542"/>
              <dgm:constr type="h" for="ch" forName="Accent1" refType="h" fact="0.6665"/>
              <dgm:constr type="l" for="ch" forName="Parent1" refType="w" fact="0.2368"/>
              <dgm:constr type="t" for="ch" forName="Parent1" refType="h" fact="0.2413"/>
              <dgm:constr type="w" for="ch" forName="Parent1" refType="w" fact="0.3092"/>
              <dgm:constr type="h" for="ch" forName="Parent1" refType="h" fact="0.1859"/>
              <dgm:constr type="l" for="ch" forName="Parent2" refType="w" fact="0.0822"/>
              <dgm:constr type="t" for="ch" forName="Parent2" refType="h" fact="0.625"/>
              <dgm:constr type="w" for="ch" forName="Parent2" refType="w" fact="0.3092"/>
              <dgm:constr type="h" for="ch" forName="Parent2" refType="h" fact="0.1859"/>
              <dgm:constr type="l" for="ch" forName="Child1" refType="w" fact="0.6678"/>
              <dgm:constr type="t" for="ch" forName="Child1" refType="h" fact="0.1978"/>
              <dgm:constr type="w" for="ch" forName="Child1" refType="w" fact="0.3322"/>
              <dgm:constr type="h" for="ch" forName="Child1" refType="h" fact="0.265"/>
              <dgm:constr type="l" for="ch" forName="Child2" refType="w" fact="0.5164"/>
              <dgm:constr type="t" for="ch" forName="Child2" refType="h" fact="0.5855"/>
              <dgm:constr type="w" for="ch" forName="Child2" refType="w" fact="0.3322"/>
              <dgm:constr type="h" for="ch" forName="Child2" refType="h" fact="0.265"/>
              <dgm:constr type="l" for="ch" forName="Accent2" refType="w" fact="0"/>
              <dgm:constr type="t" for="ch" forName="Accent2" refType="h" fact="0.4272"/>
              <dgm:constr type="w" for="ch" forName="Accent2" refType="w" fact="0.4761"/>
              <dgm:constr type="h" for="ch" forName="Accent2" refType="h" fact="0.5728"/>
            </dgm:constrLst>
          </dgm:if>
          <dgm:if name="Name6"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1479"/>
              <dgm:constr type="t" for="ch" forName="Accent1" refType="h" fact="0"/>
              <dgm:constr type="w" for="ch" forName="Accent1" refType="w" fact="0.5325"/>
              <dgm:constr type="h" for="ch" forName="Accent1" refType="h" fact="0.4814"/>
              <dgm:constr type="l" for="ch" forName="Accent2" refType="w" fact="0"/>
              <dgm:constr type="t" for="ch" forName="Accent2" refType="h" fact="0.2766"/>
              <dgm:constr type="w" for="ch" forName="Accent2" refType="w" fact="0.5325"/>
              <dgm:constr type="h" for="ch" forName="Accent2" refType="h" fact="0.4814"/>
              <dgm:constr type="l" for="ch" forName="Parent1" refType="w" fact="0.2656"/>
              <dgm:constr type="t" for="ch" forName="Parent1" refType="h" fact="0.1738"/>
              <dgm:constr type="w" for="ch" forName="Parent1" refType="w" fact="0.2959"/>
              <dgm:constr type="h" for="ch" forName="Parent1" refType="h" fact="0.1337"/>
              <dgm:constr type="l" for="ch" forName="Accent3" refType="w" fact="0.1858"/>
              <dgm:constr type="t" for="ch" forName="Accent3" refType="h" fact="0.5863"/>
              <dgm:constr type="w" for="ch" forName="Accent3" refType="w" fact="0.4575"/>
              <dgm:constr type="h" for="ch" forName="Accent3" refType="h" fact="0.4137"/>
              <dgm:constr type="l" for="ch" forName="Parent2" refType="w" fact="0.1183"/>
              <dgm:constr type="t" for="ch" forName="Parent2" refType="h" fact="0.452"/>
              <dgm:constr type="w" for="ch" forName="Parent2" refType="w" fact="0.2959"/>
              <dgm:constr type="h" for="ch" forName="Parent2" refType="h" fact="0.1337"/>
              <dgm:constr type="l" for="ch" forName="Parent3" refType="w" fact="0.2663"/>
              <dgm:constr type="t" for="ch" forName="Parent3" refType="h" fact="0.7306"/>
              <dgm:constr type="w" for="ch" forName="Parent3" refType="w" fact="0.2959"/>
              <dgm:constr type="h" for="ch" forName="Parent3" refType="h" fact="0.1337"/>
              <dgm:constr type="l" for="ch" forName="Child2" refType="w" fact="0.5325"/>
              <dgm:constr type="t" for="ch" forName="Child2" refType="h" fact="0.4217"/>
              <dgm:constr type="w" for="ch" forName="Child2" refType="w" fact="0.3195"/>
              <dgm:constr type="h" for="ch" forName="Child2" refType="h" fact="0.1926"/>
              <dgm:constr type="l" for="ch" forName="Child1" refType="w" fact="0.6805"/>
              <dgm:constr type="t" for="ch" forName="Child1" refType="h" fact="0.1435"/>
              <dgm:constr type="w" for="ch" forName="Child1" refType="w" fact="0.3195"/>
              <dgm:constr type="h" for="ch" forName="Child1" refType="h" fact="0.1926"/>
              <dgm:constr type="l" for="ch" forName="Child3" refType="w" fact="0.6805"/>
              <dgm:constr type="t" for="ch" forName="Child3" refType="h" fact="0.6998"/>
              <dgm:constr type="w" for="ch" forName="Child3" refType="w" fact="0.3195"/>
              <dgm:constr type="h" for="ch" forName="Child3" refType="h" fact="0.1926"/>
            </dgm:constrLst>
          </dgm:if>
          <dgm:if name="Name7"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1481"/>
              <dgm:constr type="t" for="ch" forName="Accent1" refType="h" fact="0"/>
              <dgm:constr type="w" for="ch" forName="Accent1" refType="w" fact="0.5331"/>
              <dgm:constr type="h" for="ch" forName="Accent1" refType="h" fact="0.3771"/>
              <dgm:constr type="l" for="ch" forName="Accent2" refType="w" fact="0"/>
              <dgm:constr type="t" for="ch" forName="Accent2" refType="h" fact="0.2167"/>
              <dgm:constr type="w" for="ch" forName="Accent2" refType="w" fact="0.5331"/>
              <dgm:constr type="h" for="ch" forName="Accent2" refType="h" fact="0.3771"/>
              <dgm:constr type="l" for="ch" forName="Accent3" refType="w" fact="0.1481"/>
              <dgm:constr type="t" for="ch" forName="Accent3" refType="h" fact="0.4342"/>
              <dgm:constr type="w" for="ch" forName="Accent3" refType="w" fact="0.5331"/>
              <dgm:constr type="h" for="ch" forName="Accent3" refType="h" fact="0.3771"/>
              <dgm:constr type="l" for="ch" forName="Parent1" refType="w" fact="0.2658"/>
              <dgm:constr type="t" for="ch" forName="Parent1" refType="h" fact="0.1365"/>
              <dgm:constr type="w" for="ch" forName="Parent1" refType="w" fact="0.2975"/>
              <dgm:constr type="h" for="ch" forName="Parent1" refType="h" fact="0.1052"/>
              <dgm:constr type="l" for="ch" forName="Parent2" refType="w" fact="0.1171"/>
              <dgm:constr type="t" for="ch" forName="Parent2" refType="h" fact="0.3536"/>
              <dgm:constr type="w" for="ch" forName="Parent2" refType="w" fact="0.2975"/>
              <dgm:constr type="h" for="ch" forName="Parent2" refType="h" fact="0.1052"/>
              <dgm:constr type="l" for="ch" forName="Parent3" refType="w" fact="0.2658"/>
              <dgm:constr type="t" for="ch" forName="Parent3" refType="h" fact="0.5707"/>
              <dgm:constr type="w" for="ch" forName="Parent3" refType="w" fact="0.2975"/>
              <dgm:constr type="h" for="ch" forName="Parent3" refType="h" fact="0.1052"/>
              <dgm:constr type="l" for="ch" forName="Parent4" refType="w" fact="0.1171"/>
              <dgm:constr type="t" for="ch" forName="Parent4" refType="h" fact="0.7878"/>
              <dgm:constr type="w" for="ch" forName="Parent4" refType="w" fact="0.2975"/>
              <dgm:constr type="h" for="ch" forName="Parent4" refType="h" fact="0.1052"/>
              <dgm:constr type="l" for="ch" forName="Child1" refType="w" fact="0.6804"/>
              <dgm:constr type="t" for="ch" forName="Child1" refType="h" fact="0.1119"/>
              <dgm:constr type="w" for="ch" forName="Child1" refType="w" fact="0.3196"/>
              <dgm:constr type="h" for="ch" forName="Child1" refType="h" fact="0.15"/>
              <dgm:constr type="l" for="ch" forName="Child2" refType="w" fact="0.5348"/>
              <dgm:constr type="t" for="ch" forName="Child2" refType="h" fact="0.3312"/>
              <dgm:constr type="w" for="ch" forName="Child2" refType="w" fact="0.3196"/>
              <dgm:constr type="h" for="ch" forName="Child2" refType="h" fact="0.15"/>
              <dgm:constr type="l" for="ch" forName="Child3" refType="w" fact="0.6804"/>
              <dgm:constr type="t" for="ch" forName="Child3" refType="h" fact="0.5461"/>
              <dgm:constr type="w" for="ch" forName="Child3" refType="w" fact="0.3196"/>
              <dgm:constr type="h" for="ch" forName="Child3" refType="h" fact="0.15"/>
              <dgm:constr type="l" for="ch" forName="Child4" refType="w" fact="0.5348"/>
              <dgm:constr type="t" for="ch" forName="Child4" refType="h" fact="0.7632"/>
              <dgm:constr type="w" for="ch" forName="Child4" refType="w" fact="0.3196"/>
              <dgm:constr type="h" for="ch" forName="Child4" refType="h" fact="0.15"/>
              <dgm:constr type="l" for="ch" forName="Accent4" refType="w" fact="0.038"/>
              <dgm:constr type="t" for="ch" forName="Accent4" refType="h" fact="0.6759"/>
              <dgm:constr type="w" for="ch" forName="Accent4" refType="w" fact="0.458"/>
              <dgm:constr type="h" for="ch" forName="Accent4" refType="h" fact="0.3241"/>
            </dgm:constrLst>
          </dgm:if>
          <dgm:if name="Name8"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1481"/>
              <dgm:constr type="t" for="ch" forName="Accent1" refType="h" fact="0"/>
              <dgm:constr type="w" for="ch" forName="Accent1" refType="w" fact="0.5331"/>
              <dgm:constr type="h" for="ch" forName="Accent1" refType="h" fact="0.3098"/>
              <dgm:constr type="l" for="ch" forName="Accent2" refType="w" fact="0"/>
              <dgm:constr type="t" for="ch" forName="Accent2" refType="h" fact="0.178"/>
              <dgm:constr type="w" for="ch" forName="Accent2" refType="w" fact="0.5331"/>
              <dgm:constr type="h" for="ch" forName="Accent2" refType="h" fact="0.3098"/>
              <dgm:constr type="l" for="ch" forName="Accent3" refType="w" fact="0.1481"/>
              <dgm:constr type="t" for="ch" forName="Accent3" refType="h" fact="0.3568"/>
              <dgm:constr type="w" for="ch" forName="Accent3" refType="w" fact="0.5331"/>
              <dgm:constr type="h" for="ch" forName="Accent3" refType="h" fact="0.3098"/>
              <dgm:constr type="l" for="ch" forName="Accent4" refType="w" fact="0"/>
              <dgm:constr type="t" for="ch" forName="Accent4" refType="h" fact="0.5351"/>
              <dgm:constr type="w" for="ch" forName="Accent4" refType="w" fact="0.5331"/>
              <dgm:constr type="h" for="ch" forName="Accent4" refType="h" fact="0.3098"/>
              <dgm:constr type="l" for="ch" forName="Accent5" refType="w" fact="0.186"/>
              <dgm:constr type="t" for="ch" forName="Accent5" refType="h" fact="0.7337"/>
              <dgm:constr type="w" for="ch" forName="Accent5" refType="w" fact="0.458"/>
              <dgm:constr type="h" for="ch" forName="Accent5" refType="h" fact="0.2663"/>
              <dgm:constr type="l" for="ch" forName="Parent1" refType="w" fact="0.2658"/>
              <dgm:constr type="t" for="ch" forName="Parent1" refType="h" fact="0.1122"/>
              <dgm:constr type="w" for="ch" forName="Parent1" refType="w" fact="0.2975"/>
              <dgm:constr type="h" for="ch" forName="Parent1" refType="h" fact="0.0864"/>
              <dgm:constr type="l" for="ch" forName="Parent2" refType="w" fact="0.1171"/>
              <dgm:constr type="t" for="ch" forName="Parent2" refType="h" fact="0.2906"/>
              <dgm:constr type="w" for="ch" forName="Parent2" refType="w" fact="0.2975"/>
              <dgm:constr type="h" for="ch" forName="Parent2" refType="h" fact="0.0864"/>
              <dgm:constr type="l" for="ch" forName="Parent3" refType="w" fact="0.2658"/>
              <dgm:constr type="t" for="ch" forName="Parent3" refType="h" fact="0.4689"/>
              <dgm:constr type="w" for="ch" forName="Parent3" refType="w" fact="0.2975"/>
              <dgm:constr type="h" for="ch" forName="Parent3" refType="h" fact="0.0864"/>
              <dgm:constr type="l" for="ch" forName="Parent4" refType="w" fact="0.1171"/>
              <dgm:constr type="t" for="ch" forName="Parent4" refType="h" fact="0.6473"/>
              <dgm:constr type="w" for="ch" forName="Parent4" refType="w" fact="0.2975"/>
              <dgm:constr type="h" for="ch" forName="Parent4" refType="h" fact="0.0864"/>
              <dgm:constr type="l" for="ch" forName="Parent5" refType="w" fact="0.2658"/>
              <dgm:constr type="t" for="ch" forName="Parent5" refType="h" fact="0.8257"/>
              <dgm:constr type="w" for="ch" forName="Parent5" refType="w" fact="0.2975"/>
              <dgm:constr type="h" for="ch" forName="Parent5" refType="h" fact="0.0864"/>
              <dgm:constr type="l" for="ch" forName="Child1" refType="w" fact="0.6804"/>
              <dgm:constr type="t" for="ch" forName="Child1" refType="h" fact="0.0919"/>
              <dgm:constr type="w" for="ch" forName="Child1" refType="w" fact="0.3196"/>
              <dgm:constr type="h" for="ch" forName="Child1" refType="h" fact="0.1232"/>
              <dgm:constr type="l" for="ch" forName="Child2" refType="w" fact="0.5348"/>
              <dgm:constr type="t" for="ch" forName="Child2" refType="h" fact="0.2722"/>
              <dgm:constr type="w" for="ch" forName="Child2" refType="w" fact="0.3196"/>
              <dgm:constr type="h" for="ch" forName="Child2" refType="h" fact="0.1232"/>
              <dgm:constr type="l" for="ch" forName="Child3" refType="w" fact="0.6804"/>
              <dgm:constr type="t" for="ch" forName="Child3" refType="h" fact="0.4487"/>
              <dgm:constr type="w" for="ch" forName="Child3" refType="w" fact="0.3196"/>
              <dgm:constr type="h" for="ch" forName="Child3" refType="h" fact="0.1232"/>
              <dgm:constr type="l" for="ch" forName="Child4" refType="w" fact="0.5348"/>
              <dgm:constr type="t" for="ch" forName="Child4" refType="h" fact="0.6271"/>
              <dgm:constr type="w" for="ch" forName="Child4" refType="w" fact="0.3196"/>
              <dgm:constr type="h" for="ch" forName="Child4" refType="h" fact="0.1232"/>
              <dgm:constr type="l" for="ch" forName="Child5" refType="w" fact="0.6804"/>
              <dgm:constr type="t" for="ch" forName="Child5" refType="h" fact="0.8073"/>
              <dgm:constr type="w" for="ch" forName="Child5" refType="w" fact="0.3196"/>
              <dgm:constr type="h" for="ch" forName="Child5" refType="h" fact="0.1232"/>
            </dgm:constrLst>
          </dgm:if>
          <dgm:if name="Name9"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1481"/>
              <dgm:constr type="t" for="ch" forName="Accent1" refType="h" fact="0"/>
              <dgm:constr type="w" for="ch" forName="Accent1" refType="w" fact="0.5331"/>
              <dgm:constr type="h" for="ch" forName="Accent1" refType="h" fact="0.2629"/>
              <dgm:constr type="l" for="ch" forName="Accent2" refType="w" fact="0"/>
              <dgm:constr type="t" for="ch" forName="Accent2" refType="h" fact="0.1511"/>
              <dgm:constr type="w" for="ch" forName="Accent2" refType="w" fact="0.5331"/>
              <dgm:constr type="h" for="ch" forName="Accent2" refType="h" fact="0.2629"/>
              <dgm:constr type="l" for="ch" forName="Accent3" refType="w" fact="0.1481"/>
              <dgm:constr type="t" for="ch" forName="Accent3" refType="h" fact="0.3027"/>
              <dgm:constr type="w" for="ch" forName="Accent3" refType="w" fact="0.5331"/>
              <dgm:constr type="h" for="ch" forName="Accent3" refType="h" fact="0.2629"/>
              <dgm:constr type="l" for="ch" forName="Accent4" refType="w" fact="0"/>
              <dgm:constr type="t" for="ch" forName="Accent4" refType="h" fact="0.4541"/>
              <dgm:constr type="w" for="ch" forName="Accent4" refType="w" fact="0.5331"/>
              <dgm:constr type="h" for="ch" forName="Accent4" refType="h" fact="0.2629"/>
              <dgm:constr type="l" for="ch" forName="Parent1" refType="w" fact="0.2658"/>
              <dgm:constr type="t" for="ch" forName="Parent1" refType="h" fact="0.0952"/>
              <dgm:constr type="w" for="ch" forName="Parent1" refType="w" fact="0.2975"/>
              <dgm:constr type="h" for="ch" forName="Parent1" refType="h" fact="0.0733"/>
              <dgm:constr type="l" for="ch" forName="Parent2" refType="w" fact="0.1171"/>
              <dgm:constr type="t" for="ch" forName="Parent2" refType="h" fact="0.2466"/>
              <dgm:constr type="w" for="ch" forName="Parent2" refType="w" fact="0.2975"/>
              <dgm:constr type="h" for="ch" forName="Parent2" refType="h" fact="0.0733"/>
              <dgm:constr type="l" for="ch" forName="Parent3" refType="w" fact="0.2658"/>
              <dgm:constr type="t" for="ch" forName="Parent3" refType="h" fact="0.3979"/>
              <dgm:constr type="w" for="ch" forName="Parent3" refType="w" fact="0.2975"/>
              <dgm:constr type="h" for="ch" forName="Parent3" refType="h" fact="0.0733"/>
              <dgm:constr type="l" for="ch" forName="Parent4" refType="w" fact="0.1171"/>
              <dgm:constr type="t" for="ch" forName="Parent4" refType="h" fact="0.5493"/>
              <dgm:constr type="w" for="ch" forName="Parent4" refType="w" fact="0.2975"/>
              <dgm:constr type="h" for="ch" forName="Parent4" refType="h" fact="0.0733"/>
              <dgm:constr type="l" for="ch" forName="Child1" refType="w" fact="0.6804"/>
              <dgm:constr type="t" for="ch" forName="Child1" refType="h" fact="0.078"/>
              <dgm:constr type="w" for="ch" forName="Child1" refType="w" fact="0.3196"/>
              <dgm:constr type="h" for="ch" forName="Child1" refType="h" fact="0.1046"/>
              <dgm:constr type="l" for="ch" forName="Child2" refType="w" fact="0.5348"/>
              <dgm:constr type="t" for="ch" forName="Child2" refType="h" fact="0.231"/>
              <dgm:constr type="w" for="ch" forName="Child2" refType="w" fact="0.3196"/>
              <dgm:constr type="h" for="ch" forName="Child2" refType="h" fact="0.1046"/>
              <dgm:constr type="l" for="ch" forName="Child3" refType="w" fact="0.6804"/>
              <dgm:constr type="t" for="ch" forName="Child3" refType="h" fact="0.3808"/>
              <dgm:constr type="w" for="ch" forName="Child3" refType="w" fact="0.3196"/>
              <dgm:constr type="h" for="ch" forName="Child3" refType="h" fact="0.1046"/>
              <dgm:constr type="l" for="ch" forName="Child4" refType="w" fact="0.5348"/>
              <dgm:constr type="t" for="ch" forName="Child4" refType="h" fact="0.5322"/>
              <dgm:constr type="w" for="ch" forName="Child4" refType="w" fact="0.3196"/>
              <dgm:constr type="h" for="ch" forName="Child4" refType="h" fact="0.1046"/>
              <dgm:constr type="l" for="ch" forName="Accent5" refType="w" fact="0.1481"/>
              <dgm:constr type="t" for="ch" forName="Accent5" refType="h" fact="0.6053"/>
              <dgm:constr type="w" for="ch" forName="Accent5" refType="w" fact="0.5331"/>
              <dgm:constr type="h" for="ch" forName="Accent5" refType="h" fact="0.2629"/>
              <dgm:constr type="l" for="ch" forName="Accent6" refType="w" fact="0.038"/>
              <dgm:constr type="t" for="ch" forName="Accent6" refType="h" fact="0.774"/>
              <dgm:constr type="w" for="ch" forName="Accent6" refType="w" fact="0.458"/>
              <dgm:constr type="h" for="ch" forName="Accent6" refType="h" fact="0.226"/>
              <dgm:constr type="l" for="ch" forName="Parent5" refType="w" fact="0.2658"/>
              <dgm:constr type="t" for="ch" forName="Parent5" refType="h" fact="0.7005"/>
              <dgm:constr type="w" for="ch" forName="Parent5" refType="w" fact="0.2975"/>
              <dgm:constr type="h" for="ch" forName="Parent5" refType="h" fact="0.0733"/>
              <dgm:constr type="l" for="ch" forName="Parent6" refType="w" fact="0.1171"/>
              <dgm:constr type="t" for="ch" forName="Parent6" refType="h" fact="0.8519"/>
              <dgm:constr type="w" for="ch" forName="Parent6" refType="w" fact="0.2975"/>
              <dgm:constr type="h" for="ch" forName="Parent6" refType="h" fact="0.0733"/>
              <dgm:constr type="l" for="ch" forName="Child5" refType="w" fact="0.6804"/>
              <dgm:constr type="t" for="ch" forName="Child5" refType="h" fact="0.6833"/>
              <dgm:constr type="w" for="ch" forName="Child5" refType="w" fact="0.3196"/>
              <dgm:constr type="h" for="ch" forName="Child5" refType="h" fact="0.1046"/>
              <dgm:constr type="l" for="ch" forName="Child6" refType="w" fact="0.5348"/>
              <dgm:constr type="t" for="ch" forName="Child6" refType="h" fact="0.8347"/>
              <dgm:constr type="w" for="ch" forName="Child6" refType="w" fact="0.3196"/>
              <dgm:constr type="h" for="ch" forName="Child6" refType="h" fact="0.1046"/>
            </dgm:constrLst>
          </dgm:if>
          <dgm:else name="Name10">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1481"/>
              <dgm:constr type="t" for="ch" forName="Accent1" refType="h" fact="0"/>
              <dgm:constr type="w" for="ch" forName="Accent1" refType="w" fact="0.5331"/>
              <dgm:constr type="h" for="ch" forName="Accent1" refType="h" fact="0.2284"/>
              <dgm:constr type="l" for="ch" forName="Accent2" refType="w" fact="0"/>
              <dgm:constr type="t" for="ch" forName="Accent2" refType="h" fact="0.1312"/>
              <dgm:constr type="w" for="ch" forName="Accent2" refType="w" fact="0.5331"/>
              <dgm:constr type="h" for="ch" forName="Accent2" refType="h" fact="0.2284"/>
              <dgm:constr type="l" for="ch" forName="Accent3" refType="w" fact="0.1481"/>
              <dgm:constr type="t" for="ch" forName="Accent3" refType="h" fact="0.263"/>
              <dgm:constr type="w" for="ch" forName="Accent3" refType="w" fact="0.5331"/>
              <dgm:constr type="h" for="ch" forName="Accent3" refType="h" fact="0.2284"/>
              <dgm:constr type="l" for="ch" forName="Accent4" refType="w" fact="0"/>
              <dgm:constr type="t" for="ch" forName="Accent4" refType="h" fact="0.3945"/>
              <dgm:constr type="w" for="ch" forName="Accent4" refType="w" fact="0.5331"/>
              <dgm:constr type="h" for="ch" forName="Accent4" refType="h" fact="0.2284"/>
              <dgm:constr type="l" for="ch" forName="Parent1" refType="w" fact="0.2658"/>
              <dgm:constr type="t" for="ch" forName="Parent1" refType="h" fact="0.0827"/>
              <dgm:constr type="w" for="ch" forName="Parent1" refType="w" fact="0.2975"/>
              <dgm:constr type="h" for="ch" forName="Parent1" refType="h" fact="0.0637"/>
              <dgm:constr type="l" for="ch" forName="Parent2" refType="w" fact="0.1171"/>
              <dgm:constr type="t" for="ch" forName="Parent2" refType="h" fact="0.2142"/>
              <dgm:constr type="w" for="ch" forName="Parent2" refType="w" fact="0.2975"/>
              <dgm:constr type="h" for="ch" forName="Parent2" refType="h" fact="0.0637"/>
              <dgm:constr type="l" for="ch" forName="Parent3" refType="w" fact="0.2658"/>
              <dgm:constr type="t" for="ch" forName="Parent3" refType="h" fact="0.3457"/>
              <dgm:constr type="w" for="ch" forName="Parent3" refType="w" fact="0.2975"/>
              <dgm:constr type="h" for="ch" forName="Parent3" refType="h" fact="0.0637"/>
              <dgm:constr type="l" for="ch" forName="Parent4" refType="w" fact="0.1171"/>
              <dgm:constr type="t" for="ch" forName="Parent4" refType="h" fact="0.4772"/>
              <dgm:constr type="w" for="ch" forName="Parent4" refType="w" fact="0.2975"/>
              <dgm:constr type="h" for="ch" forName="Parent4" refType="h" fact="0.0637"/>
              <dgm:constr type="l" for="ch" forName="Child1" refType="w" fact="0.6804"/>
              <dgm:constr type="t" for="ch" forName="Child1" refType="h" fact="0.0678"/>
              <dgm:constr type="w" for="ch" forName="Child1" refType="w" fact="0.3196"/>
              <dgm:constr type="h" for="ch" forName="Child1" refType="h" fact="0.0908"/>
              <dgm:constr type="l" for="ch" forName="Child2" refType="w" fact="0.5348"/>
              <dgm:constr type="t" for="ch" forName="Child2" refType="h" fact="0.2006"/>
              <dgm:constr type="w" for="ch" forName="Child2" refType="w" fact="0.3196"/>
              <dgm:constr type="h" for="ch" forName="Child2" refType="h" fact="0.0908"/>
              <dgm:constr type="l" for="ch" forName="Child3" refType="w" fact="0.6804"/>
              <dgm:constr type="t" for="ch" forName="Child3" refType="h" fact="0.3308"/>
              <dgm:constr type="w" for="ch" forName="Child3" refType="w" fact="0.3196"/>
              <dgm:constr type="h" for="ch" forName="Child3" refType="h" fact="0.0908"/>
              <dgm:constr type="l" for="ch" forName="Child4" refType="w" fact="0.5348"/>
              <dgm:constr type="t" for="ch" forName="Child4" refType="h" fact="0.4623"/>
              <dgm:constr type="w" for="ch" forName="Child4" refType="w" fact="0.3196"/>
              <dgm:constr type="h" for="ch" forName="Child4" refType="h" fact="0.0908"/>
              <dgm:constr type="l" for="ch" forName="Accent5" refType="w" fact="0.1481"/>
              <dgm:constr type="t" for="ch" forName="Accent5" refType="h" fact="0.5258"/>
              <dgm:constr type="w" for="ch" forName="Accent5" refType="w" fact="0.5331"/>
              <dgm:constr type="h" for="ch" forName="Accent5" refType="h" fact="0.2284"/>
              <dgm:constr type="l" for="ch" forName="Accent6" refType="w" fact="0"/>
              <dgm:constr type="t" for="ch" forName="Accent6" refType="h" fact="0.6573"/>
              <dgm:constr type="w" for="ch" forName="Accent6" refType="w" fact="0.5331"/>
              <dgm:constr type="h" for="ch" forName="Accent6" refType="h" fact="0.2284"/>
              <dgm:constr type="l" for="ch" forName="Accent7" refType="w" fact="0.186"/>
              <dgm:constr type="t" for="ch" forName="Accent7" refType="h" fact="0.8037"/>
              <dgm:constr type="w" for="ch" forName="Accent7" refType="w" fact="0.458"/>
              <dgm:constr type="h" for="ch" forName="Accent7" refType="h" fact="0.1963"/>
              <dgm:constr type="l" for="ch" forName="Parent5" refType="w" fact="0.2658"/>
              <dgm:constr type="t" for="ch" forName="Parent5" refType="h" fact="0.6085"/>
              <dgm:constr type="w" for="ch" forName="Parent5" refType="w" fact="0.2975"/>
              <dgm:constr type="h" for="ch" forName="Parent5" refType="h" fact="0.0637"/>
              <dgm:constr type="l" for="ch" forName="Parent6" refType="w" fact="0.1171"/>
              <dgm:constr type="t" for="ch" forName="Parent6" refType="h" fact="0.74"/>
              <dgm:constr type="w" for="ch" forName="Parent6" refType="w" fact="0.2975"/>
              <dgm:constr type="h" for="ch" forName="Parent6" refType="h" fact="0.0637"/>
              <dgm:constr type="l" for="ch" forName="Parent7" refType="w" fact="0.2658"/>
              <dgm:constr type="t" for="ch" forName="Parent7" refType="h" fact="0.8715"/>
              <dgm:constr type="w" for="ch" forName="Parent7" refType="w" fact="0.2975"/>
              <dgm:constr type="h" for="ch" forName="Parent7" refType="h" fact="0.0637"/>
              <dgm:constr type="l" for="ch" forName="Child5" refType="w" fact="0.6804"/>
              <dgm:constr type="t" for="ch" forName="Child5" refType="h" fact="0.5936"/>
              <dgm:constr type="w" for="ch" forName="Child5" refType="w" fact="0.3196"/>
              <dgm:constr type="h" for="ch" forName="Child5" refType="h" fact="0.0908"/>
              <dgm:constr type="l" for="ch" forName="Child6" refType="w" fact="0.5348"/>
              <dgm:constr type="t" for="ch" forName="Child6" refType="h" fact="0.7251"/>
              <dgm:constr type="w" for="ch" forName="Child6" refType="w" fact="0.3196"/>
              <dgm:constr type="h" for="ch" forName="Child6" refType="h" fact="0.0908"/>
              <dgm:constr type="l" for="ch" forName="Child7" refType="w" fact="0.6804"/>
              <dgm:constr type="t" for="ch" forName="Child7" refType="h" fact="0.8579"/>
              <dgm:constr type="w" for="ch" forName="Child7" refType="w" fact="0.3196"/>
              <dgm:constr type="h" for="ch" forName="Child7" refType="h" fact="0.0908"/>
            </dgm:constrLst>
          </dgm:else>
        </dgm:choose>
      </dgm:if>
      <dgm:else name="Name11">
        <dgm:choose name="Name12">
          <dgm:if name="Name13" axis="ch" ptType="node" func="cnt" op="equ" val="1">
            <dgm:alg type="composite">
              <dgm:param type="ar" val="1.5999"/>
            </dgm:alg>
            <dgm:constrLst>
              <dgm:constr type="primFontSz" for="des" forName="Child1" val="65"/>
              <dgm:constr type="primFontSz" for="des" forName="Parent1" val="65"/>
              <dgm:constr type="primFontSz" for="des" forName="Child1" refType="primFontSz" refFor="des" refForName="Parent1" op="lte"/>
              <dgm:constr type="l" for="ch" forName="Child1" refType="w" fact="0.625"/>
              <dgm:constr type="t" for="ch" forName="Child1" refType="h" fact="0.2981"/>
              <dgm:constr type="w" for="ch" forName="Child1" refType="w" fact="0.375"/>
              <dgm:constr type="h" for="ch" forName="Child1" refType="h" fact="0.4001"/>
              <dgm:constr type="l" for="ch" forName="Accent1" refType="w" fact="0"/>
              <dgm:constr type="t" for="ch" forName="Accent1" refType="h" fact="0"/>
              <dgm:constr type="w" for="ch" forName="Accent1" refType="w" fact="0.6249"/>
              <dgm:constr type="h" for="ch" forName="Accent1" refType="h"/>
              <dgm:constr type="l" for="ch" forName="Parent1" refType="w" fact="0.138"/>
              <dgm:constr type="t" for="ch" forName="Parent1" refType="h" fact="0.362"/>
              <dgm:constr type="w" for="ch" forName="Parent1" refType="w" fact="0.3487"/>
              <dgm:constr type="h" for="ch" forName="Parent1" refType="h" fact="0.2789"/>
            </dgm:constrLst>
          </dgm:if>
          <dgm:if name="Name14" axis="ch" ptType="node" func="cnt" op="equ" val="2">
            <dgm:alg type="composite">
              <dgm:param type="ar" val="1.2026"/>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Parent2" refType="primFontSz" refFor="des" refForName="Parent1" op="equ"/>
              <dgm:constr type="primFontSz" for="des" forName="Child2" refType="primFontSz" refFor="des" refForName="Child1" op="equ"/>
              <dgm:constr type="l" for="ch" forName="Accent1" refType="w" fact="-0.0407"/>
              <dgm:constr type="t" for="ch" forName="Accent1" refType="h" fact="0"/>
              <dgm:constr type="w" for="ch" forName="Accent1" refType="w" fact="0.5542"/>
              <dgm:constr type="h" for="ch" forName="Accent1" refType="h" fact="0.6665"/>
              <dgm:constr type="l" for="ch" forName="Accent2" refType="w" fact="0.1533"/>
              <dgm:constr type="t" for="ch" forName="Accent2" refType="h" fact="0.4272"/>
              <dgm:constr type="w" for="ch" forName="Accent2" refType="w" fact="0.4761"/>
              <dgm:constr type="h" for="ch" forName="Accent2" refType="h" fact="0.5728"/>
              <dgm:constr type="l" for="ch" forName="Parent1" refType="w" fact="0.0822"/>
              <dgm:constr type="t" for="ch" forName="Parent1" refType="h" fact="0.2413"/>
              <dgm:constr type="w" for="ch" forName="Parent1" refType="w" fact="0.3092"/>
              <dgm:constr type="h" for="ch" forName="Parent1" refType="h" fact="0.1859"/>
              <dgm:constr type="l" for="ch" forName="Parent2" refType="w" fact="0.2368"/>
              <dgm:constr type="t" for="ch" forName="Parent2" refType="h" fact="0.625"/>
              <dgm:constr type="w" for="ch" forName="Parent2" refType="w" fact="0.3092"/>
              <dgm:constr type="h" for="ch" forName="Parent2" refType="h" fact="0.1859"/>
              <dgm:constr type="l" for="ch" forName="Child1" refType="w" fact="0.5164"/>
              <dgm:constr type="t" for="ch" forName="Child1" refType="h" fact="0.1978"/>
              <dgm:constr type="w" for="ch" forName="Child1" refType="w" fact="0.3322"/>
              <dgm:constr type="h" for="ch" forName="Child1" refType="h" fact="0.265"/>
              <dgm:constr type="l" for="ch" forName="Child2" refType="w" fact="0.6678"/>
              <dgm:constr type="t" for="ch" forName="Child2" refType="h" fact="0.5855"/>
              <dgm:constr type="w" for="ch" forName="Child2" refType="w" fact="0.3322"/>
              <dgm:constr type="h" for="ch" forName="Child2" refType="h" fact="0.265"/>
            </dgm:constrLst>
          </dgm:if>
          <dgm:if name="Name15" axis="ch" ptType="node" func="cnt" op="equ" val="3">
            <dgm:alg type="composite">
              <dgm:param type="ar" val="0.9039"/>
            </dgm:alg>
            <dgm:shape xmlns:r="http://schemas.openxmlformats.org/officeDocument/2006/relationships" r:blip="">
              <dgm:adjLst/>
            </dgm:shape>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Parent2" refType="primFontSz" refFor="des" refForName="Parent1" op="equ"/>
              <dgm:constr type="primFontSz" for="des" forName="Parent3" refType="primFontSz" refFor="des" refForName="Parent1" op="equ"/>
              <dgm:constr type="primFontSz" for="des" forName="Child2" refType="primFontSz" refFor="des" refForName="Child1" op="equ"/>
              <dgm:constr type="primFontSz" for="des" forName="Child3" refType="primFontSz" refFor="des" refForName="Child1" op="equ"/>
              <dgm:constr type="l" for="ch" forName="Accent1" refType="w" fact="0"/>
              <dgm:constr type="t" for="ch" forName="Accent1" refType="h" fact="0"/>
              <dgm:constr type="w" for="ch" forName="Accent1" refType="w" fact="0.5325"/>
              <dgm:constr type="h" for="ch" forName="Accent1" refType="h" fact="0.4814"/>
              <dgm:constr type="l" for="ch" forName="Accent2" refType="w" fact="0.1479"/>
              <dgm:constr type="t" for="ch" forName="Accent2" refType="h" fact="0.2766"/>
              <dgm:constr type="w" for="ch" forName="Accent2" refType="w" fact="0.5325"/>
              <dgm:constr type="h" for="ch" forName="Accent2" refType="h" fact="0.4814"/>
              <dgm:constr type="l" for="ch" forName="Accent3" refType="w" fact="0.0378"/>
              <dgm:constr type="t" for="ch" forName="Accent3" refType="h" fact="0.5863"/>
              <dgm:constr type="w" for="ch" forName="Accent3" refType="w" fact="0.4575"/>
              <dgm:constr type="h" for="ch" forName="Accent3" refType="h" fact="0.4137"/>
              <dgm:constr type="l" for="ch" forName="Parent1" refType="w" fact="0.1183"/>
              <dgm:constr type="t" for="ch" forName="Parent1" refType="h" fact="0.1738"/>
              <dgm:constr type="w" for="ch" forName="Parent1" refType="w" fact="0.2959"/>
              <dgm:constr type="h" for="ch" forName="Parent1" refType="h" fact="0.1337"/>
              <dgm:constr type="l" for="ch" forName="Parent2" refType="w" fact="0.2656"/>
              <dgm:constr type="t" for="ch" forName="Parent2" refType="h" fact="0.452"/>
              <dgm:constr type="w" for="ch" forName="Parent2" refType="w" fact="0.2959"/>
              <dgm:constr type="h" for="ch" forName="Parent2" refType="h" fact="0.1337"/>
              <dgm:constr type="l" for="ch" forName="Parent3" refType="w" fact="0.1183"/>
              <dgm:constr type="t" for="ch" forName="Parent3" refType="h" fact="0.7306"/>
              <dgm:constr type="w" for="ch" forName="Parent3" refType="w" fact="0.2959"/>
              <dgm:constr type="h" for="ch" forName="Parent3" refType="h" fact="0.1337"/>
              <dgm:constr type="l" for="ch" forName="Child1" refType="w" fact="0.5325"/>
              <dgm:constr type="t" for="ch" forName="Child1" refType="h" fact="0.1435"/>
              <dgm:constr type="w" for="ch" forName="Child1" refType="w" fact="0.3195"/>
              <dgm:constr type="h" for="ch" forName="Child1" refType="h" fact="0.1926"/>
              <dgm:constr type="l" for="ch" forName="Child2" refType="w" fact="0.6805"/>
              <dgm:constr type="t" for="ch" forName="Child2" refType="h" fact="0.4217"/>
              <dgm:constr type="w" for="ch" forName="Child2" refType="w" fact="0.3195"/>
              <dgm:constr type="h" for="ch" forName="Child2" refType="h" fact="0.1926"/>
              <dgm:constr type="l" for="ch" forName="Child3" refType="w" fact="0.5325"/>
              <dgm:constr type="t" for="ch" forName="Child3" refType="h" fact="0.6998"/>
              <dgm:constr type="w" for="ch" forName="Child3" refType="w" fact="0.3195"/>
              <dgm:constr type="h" for="ch" forName="Child3" refType="h" fact="0.1926"/>
            </dgm:constrLst>
          </dgm:if>
          <dgm:if name="Name16" axis="ch" ptType="node" func="cnt" op="equ" val="4">
            <dgm:alg type="composite">
              <dgm:param type="ar" val="0.7073"/>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l" for="ch" forName="Accent1" refType="w" fact="0"/>
              <dgm:constr type="t" for="ch" forName="Accent1" refType="h" fact="0"/>
              <dgm:constr type="w" for="ch" forName="Accent1" refType="w" fact="0.5331"/>
              <dgm:constr type="h" for="ch" forName="Accent1" refType="h" fact="0.3771"/>
              <dgm:constr type="l" for="ch" forName="Accent2" refType="w" fact="0.1481"/>
              <dgm:constr type="t" for="ch" forName="Accent2" refType="h" fact="0.2167"/>
              <dgm:constr type="w" for="ch" forName="Accent2" refType="w" fact="0.5331"/>
              <dgm:constr type="h" for="ch" forName="Accent2" refType="h" fact="0.3771"/>
              <dgm:constr type="l" for="ch" forName="Accent3" refType="w" fact="0"/>
              <dgm:constr type="t" for="ch" forName="Accent3" refType="h" fact="0.4342"/>
              <dgm:constr type="w" for="ch" forName="Accent3" refType="w" fact="0.5331"/>
              <dgm:constr type="h" for="ch" forName="Accent3" refType="h" fact="0.3771"/>
              <dgm:constr type="l" for="ch" forName="Accent4" refType="w" fact="0.186"/>
              <dgm:constr type="t" for="ch" forName="Accent4" refType="h" fact="0.6759"/>
              <dgm:constr type="w" for="ch" forName="Accent4" refType="w" fact="0.458"/>
              <dgm:constr type="h" for="ch" forName="Accent4" refType="h" fact="0.3241"/>
              <dgm:constr type="l" for="ch" forName="Parent1" refType="w" fact="0.1171"/>
              <dgm:constr type="t" for="ch" forName="Parent1" refType="h" fact="0.1365"/>
              <dgm:constr type="w" for="ch" forName="Parent1" refType="w" fact="0.2975"/>
              <dgm:constr type="h" for="ch" forName="Parent1" refType="h" fact="0.1052"/>
              <dgm:constr type="l" for="ch" forName="Parent2" refType="w" fact="0.2658"/>
              <dgm:constr type="t" for="ch" forName="Parent2" refType="h" fact="0.3536"/>
              <dgm:constr type="w" for="ch" forName="Parent2" refType="w" fact="0.2975"/>
              <dgm:constr type="h" for="ch" forName="Parent2" refType="h" fact="0.1052"/>
              <dgm:constr type="l" for="ch" forName="Parent3" refType="w" fact="0.1171"/>
              <dgm:constr type="t" for="ch" forName="Parent3" refType="h" fact="0.5707"/>
              <dgm:constr type="w" for="ch" forName="Parent3" refType="w" fact="0.2975"/>
              <dgm:constr type="h" for="ch" forName="Parent3" refType="h" fact="0.1052"/>
              <dgm:constr type="l" for="ch" forName="Parent4" refType="w" fact="0.2658"/>
              <dgm:constr type="t" for="ch" forName="Parent4" refType="h" fact="0.7878"/>
              <dgm:constr type="w" for="ch" forName="Parent4" refType="w" fact="0.2975"/>
              <dgm:constr type="h" for="ch" forName="Parent4" refType="h" fact="0.1052"/>
              <dgm:constr type="l" for="ch" forName="Child1" refType="w" fact="0.5348"/>
              <dgm:constr type="t" for="ch" forName="Child1" refType="h" fact="0.1119"/>
              <dgm:constr type="w" for="ch" forName="Child1" refType="w" fact="0.3196"/>
              <dgm:constr type="h" for="ch" forName="Child1" refType="h" fact="0.15"/>
              <dgm:constr type="l" for="ch" forName="Child2" refType="w" fact="0.6804"/>
              <dgm:constr type="t" for="ch" forName="Child2" refType="h" fact="0.3312"/>
              <dgm:constr type="w" for="ch" forName="Child2" refType="w" fact="0.3196"/>
              <dgm:constr type="h" for="ch" forName="Child2" refType="h" fact="0.15"/>
              <dgm:constr type="l" for="ch" forName="Child3" refType="w" fact="0.5348"/>
              <dgm:constr type="t" for="ch" forName="Child3" refType="h" fact="0.5461"/>
              <dgm:constr type="w" for="ch" forName="Child3" refType="w" fact="0.3196"/>
              <dgm:constr type="h" for="ch" forName="Child3" refType="h" fact="0.15"/>
              <dgm:constr type="l" for="ch" forName="Child4" refType="w" fact="0.6804"/>
              <dgm:constr type="t" for="ch" forName="Child4" refType="h" fact="0.7632"/>
              <dgm:constr type="w" for="ch" forName="Child4" refType="w" fact="0.3196"/>
              <dgm:constr type="h" for="ch" forName="Child4" refType="h" fact="0.15"/>
            </dgm:constrLst>
          </dgm:if>
          <dgm:if name="Name17" axis="ch" ptType="node" func="cnt" op="equ" val="5">
            <dgm:alg type="composite">
              <dgm:param type="ar" val="0.581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l" for="ch" forName="Accent1" refType="w" fact="0"/>
              <dgm:constr type="t" for="ch" forName="Accent1" refType="h" fact="0"/>
              <dgm:constr type="w" for="ch" forName="Accent1" refType="w" fact="0.5331"/>
              <dgm:constr type="h" for="ch" forName="Accent1" refType="h" fact="0.3098"/>
              <dgm:constr type="l" for="ch" forName="Accent2" refType="w" fact="0.1481"/>
              <dgm:constr type="t" for="ch" forName="Accent2" refType="h" fact="0.178"/>
              <dgm:constr type="w" for="ch" forName="Accent2" refType="w" fact="0.5331"/>
              <dgm:constr type="h" for="ch" forName="Accent2" refType="h" fact="0.3098"/>
              <dgm:constr type="l" for="ch" forName="Accent3" refType="w" fact="0"/>
              <dgm:constr type="t" for="ch" forName="Accent3" refType="h" fact="0.3568"/>
              <dgm:constr type="w" for="ch" forName="Accent3" refType="w" fact="0.5331"/>
              <dgm:constr type="h" for="ch" forName="Accent3" refType="h" fact="0.3098"/>
              <dgm:constr type="l" for="ch" forName="Accent4" refType="w" fact="0.1481"/>
              <dgm:constr type="t" for="ch" forName="Accent4" refType="h" fact="0.5351"/>
              <dgm:constr type="w" for="ch" forName="Accent4" refType="w" fact="0.5331"/>
              <dgm:constr type="h" for="ch" forName="Accent4" refType="h" fact="0.3098"/>
              <dgm:constr type="l" for="ch" forName="Accent5" refType="w" fact="0.0378"/>
              <dgm:constr type="t" for="ch" forName="Accent5" refType="h" fact="0.7337"/>
              <dgm:constr type="w" for="ch" forName="Accent5" refType="w" fact="0.458"/>
              <dgm:constr type="h" for="ch" forName="Accent5" refType="h" fact="0.2663"/>
              <dgm:constr type="l" for="ch" forName="Parent1" refType="w" fact="0.1171"/>
              <dgm:constr type="t" for="ch" forName="Parent1" refType="h" fact="0.1122"/>
              <dgm:constr type="w" for="ch" forName="Parent1" refType="w" fact="0.2975"/>
              <dgm:constr type="h" for="ch" forName="Parent1" refType="h" fact="0.0864"/>
              <dgm:constr type="l" for="ch" forName="Parent2" refType="w" fact="0.2658"/>
              <dgm:constr type="t" for="ch" forName="Parent2" refType="h" fact="0.2906"/>
              <dgm:constr type="w" for="ch" forName="Parent2" refType="w" fact="0.2975"/>
              <dgm:constr type="h" for="ch" forName="Parent2" refType="h" fact="0.0864"/>
              <dgm:constr type="l" for="ch" forName="Parent3" refType="w" fact="0.1171"/>
              <dgm:constr type="t" for="ch" forName="Parent3" refType="h" fact="0.4689"/>
              <dgm:constr type="w" for="ch" forName="Parent3" refType="w" fact="0.2975"/>
              <dgm:constr type="h" for="ch" forName="Parent3" refType="h" fact="0.0864"/>
              <dgm:constr type="l" for="ch" forName="Parent4" refType="w" fact="0.2658"/>
              <dgm:constr type="t" for="ch" forName="Parent4" refType="h" fact="0.6473"/>
              <dgm:constr type="w" for="ch" forName="Parent4" refType="w" fact="0.2975"/>
              <dgm:constr type="h" for="ch" forName="Parent4" refType="h" fact="0.0864"/>
              <dgm:constr type="l" for="ch" forName="Parent5" refType="w" fact="0.1171"/>
              <dgm:constr type="t" for="ch" forName="Parent5" refType="h" fact="0.8257"/>
              <dgm:constr type="w" for="ch" forName="Parent5" refType="w" fact="0.2975"/>
              <dgm:constr type="h" for="ch" forName="Parent5" refType="h" fact="0.0864"/>
              <dgm:constr type="l" for="ch" forName="Child1" refType="w" fact="0.5348"/>
              <dgm:constr type="t" for="ch" forName="Child1" refType="h" fact="0.0919"/>
              <dgm:constr type="w" for="ch" forName="Child1" refType="w" fact="0.3196"/>
              <dgm:constr type="h" for="ch" forName="Child1" refType="h" fact="0.1232"/>
              <dgm:constr type="l" for="ch" forName="Child2" refType="w" fact="0.6804"/>
              <dgm:constr type="t" for="ch" forName="Child2" refType="h" fact="0.2722"/>
              <dgm:constr type="w" for="ch" forName="Child2" refType="w" fact="0.3196"/>
              <dgm:constr type="h" for="ch" forName="Child2" refType="h" fact="0.1232"/>
              <dgm:constr type="l" for="ch" forName="Child3" refType="w" fact="0.5348"/>
              <dgm:constr type="t" for="ch" forName="Child3" refType="h" fact="0.4487"/>
              <dgm:constr type="w" for="ch" forName="Child3" refType="w" fact="0.3196"/>
              <dgm:constr type="h" for="ch" forName="Child3" refType="h" fact="0.1232"/>
              <dgm:constr type="l" for="ch" forName="Child4" refType="w" fact="0.6804"/>
              <dgm:constr type="t" for="ch" forName="Child4" refType="h" fact="0.6271"/>
              <dgm:constr type="w" for="ch" forName="Child4" refType="w" fact="0.3196"/>
              <dgm:constr type="h" for="ch" forName="Child4" refType="h" fact="0.1232"/>
              <dgm:constr type="l" for="ch" forName="Child5" refType="w" fact="0.5348"/>
              <dgm:constr type="t" for="ch" forName="Child5" refType="h" fact="0.8073"/>
              <dgm:constr type="w" for="ch" forName="Child5" refType="w" fact="0.3196"/>
              <dgm:constr type="h" for="ch" forName="Child5" refType="h" fact="0.1232"/>
            </dgm:constrLst>
          </dgm:if>
          <dgm:if name="Name18" axis="ch" ptType="node" func="cnt" op="equ" val="6">
            <dgm:alg type="composite">
              <dgm:param type="ar" val="0.4931"/>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l" for="ch" forName="Accent1" refType="w" fact="0"/>
              <dgm:constr type="t" for="ch" forName="Accent1" refType="h" fact="0"/>
              <dgm:constr type="w" for="ch" forName="Accent1" refType="w" fact="0.5331"/>
              <dgm:constr type="h" for="ch" forName="Accent1" refType="h" fact="0.2629"/>
              <dgm:constr type="l" for="ch" forName="Accent2" refType="w" fact="0.1481"/>
              <dgm:constr type="t" for="ch" forName="Accent2" refType="h" fact="0.1511"/>
              <dgm:constr type="w" for="ch" forName="Accent2" refType="w" fact="0.5331"/>
              <dgm:constr type="h" for="ch" forName="Accent2" refType="h" fact="0.2629"/>
              <dgm:constr type="l" for="ch" forName="Accent3" refType="w" fact="0"/>
              <dgm:constr type="t" for="ch" forName="Accent3" refType="h" fact="0.3027"/>
              <dgm:constr type="w" for="ch" forName="Accent3" refType="w" fact="0.5331"/>
              <dgm:constr type="h" for="ch" forName="Accent3" refType="h" fact="0.2629"/>
              <dgm:constr type="l" for="ch" forName="Accent4" refType="w" fact="0.1481"/>
              <dgm:constr type="t" for="ch" forName="Accent4" refType="h" fact="0.4541"/>
              <dgm:constr type="w" for="ch" forName="Accent4" refType="w" fact="0.5331"/>
              <dgm:constr type="h" for="ch" forName="Accent4" refType="h" fact="0.2629"/>
              <dgm:constr type="l" for="ch" forName="Accent5" refType="w" fact="0"/>
              <dgm:constr type="t" for="ch" forName="Accent5" refType="h" fact="0.6053"/>
              <dgm:constr type="w" for="ch" forName="Accent5" refType="w" fact="0.5331"/>
              <dgm:constr type="h" for="ch" forName="Accent5" refType="h" fact="0.2629"/>
              <dgm:constr type="l" for="ch" forName="Accent6" refType="w" fact="0.186"/>
              <dgm:constr type="t" for="ch" forName="Accent6" refType="h" fact="0.774"/>
              <dgm:constr type="w" for="ch" forName="Accent6" refType="w" fact="0.458"/>
              <dgm:constr type="h" for="ch" forName="Accent6" refType="h" fact="0.226"/>
              <dgm:constr type="l" for="ch" forName="Parent1" refType="w" fact="0.1171"/>
              <dgm:constr type="t" for="ch" forName="Parent1" refType="h" fact="0.0952"/>
              <dgm:constr type="w" for="ch" forName="Parent1" refType="w" fact="0.2975"/>
              <dgm:constr type="h" for="ch" forName="Parent1" refType="h" fact="0.0733"/>
              <dgm:constr type="l" for="ch" forName="Parent2" refType="w" fact="0.2658"/>
              <dgm:constr type="t" for="ch" forName="Parent2" refType="h" fact="0.2466"/>
              <dgm:constr type="w" for="ch" forName="Parent2" refType="w" fact="0.2975"/>
              <dgm:constr type="h" for="ch" forName="Parent2" refType="h" fact="0.0733"/>
              <dgm:constr type="l" for="ch" forName="Parent3" refType="w" fact="0.1171"/>
              <dgm:constr type="t" for="ch" forName="Parent3" refType="h" fact="0.3979"/>
              <dgm:constr type="w" for="ch" forName="Parent3" refType="w" fact="0.2975"/>
              <dgm:constr type="h" for="ch" forName="Parent3" refType="h" fact="0.0733"/>
              <dgm:constr type="l" for="ch" forName="Parent4" refType="w" fact="0.2658"/>
              <dgm:constr type="t" for="ch" forName="Parent4" refType="h" fact="0.5493"/>
              <dgm:constr type="w" for="ch" forName="Parent4" refType="w" fact="0.2975"/>
              <dgm:constr type="h" for="ch" forName="Parent4" refType="h" fact="0.0733"/>
              <dgm:constr type="l" for="ch" forName="Parent5" refType="w" fact="0.1171"/>
              <dgm:constr type="t" for="ch" forName="Parent5" refType="h" fact="0.7005"/>
              <dgm:constr type="w" for="ch" forName="Parent5" refType="w" fact="0.2975"/>
              <dgm:constr type="h" for="ch" forName="Parent5" refType="h" fact="0.0733"/>
              <dgm:constr type="l" for="ch" forName="Parent6" refType="w" fact="0.2658"/>
              <dgm:constr type="t" for="ch" forName="Parent6" refType="h" fact="0.8519"/>
              <dgm:constr type="w" for="ch" forName="Parent6" refType="w" fact="0.2975"/>
              <dgm:constr type="h" for="ch" forName="Parent6" refType="h" fact="0.0733"/>
              <dgm:constr type="l" for="ch" forName="Child1" refType="w" fact="0.5348"/>
              <dgm:constr type="t" for="ch" forName="Child1" refType="h" fact="0.078"/>
              <dgm:constr type="w" for="ch" forName="Child1" refType="w" fact="0.3196"/>
              <dgm:constr type="h" for="ch" forName="Child1" refType="h" fact="0.1046"/>
              <dgm:constr type="l" for="ch" forName="Child2" refType="w" fact="0.6804"/>
              <dgm:constr type="t" for="ch" forName="Child2" refType="h" fact="0.231"/>
              <dgm:constr type="w" for="ch" forName="Child2" refType="w" fact="0.3196"/>
              <dgm:constr type="h" for="ch" forName="Child2" refType="h" fact="0.1046"/>
              <dgm:constr type="l" for="ch" forName="Child3" refType="w" fact="0.5348"/>
              <dgm:constr type="t" for="ch" forName="Child3" refType="h" fact="0.3808"/>
              <dgm:constr type="w" for="ch" forName="Child3" refType="w" fact="0.3196"/>
              <dgm:constr type="h" for="ch" forName="Child3" refType="h" fact="0.1046"/>
              <dgm:constr type="l" for="ch" forName="Child4" refType="w" fact="0.6804"/>
              <dgm:constr type="t" for="ch" forName="Child4" refType="h" fact="0.5322"/>
              <dgm:constr type="w" for="ch" forName="Child4" refType="w" fact="0.3196"/>
              <dgm:constr type="h" for="ch" forName="Child4" refType="h" fact="0.1046"/>
              <dgm:constr type="l" for="ch" forName="Child5" refType="w" fact="0.5348"/>
              <dgm:constr type="t" for="ch" forName="Child5" refType="h" fact="0.6833"/>
              <dgm:constr type="w" for="ch" forName="Child5" refType="w" fact="0.3196"/>
              <dgm:constr type="h" for="ch" forName="Child5" refType="h" fact="0.1046"/>
              <dgm:constr type="l" for="ch" forName="Child6" refType="w" fact="0.6804"/>
              <dgm:constr type="t" for="ch" forName="Child6" refType="h" fact="0.8347"/>
              <dgm:constr type="w" for="ch" forName="Child6" refType="w" fact="0.3196"/>
              <dgm:constr type="h" for="ch" forName="Child6" refType="h" fact="0.1046"/>
            </dgm:constrLst>
          </dgm:if>
          <dgm:else name="Name19">
            <dgm:alg type="composite">
              <dgm:param type="ar" val="0.4284"/>
            </dgm:alg>
            <dgm:constrLst>
              <dgm:constr type="primFontSz" for="des" forName="Child1" val="65"/>
              <dgm:constr type="primFontSz" for="des" forName="Parent1" val="65"/>
              <dgm:constr type="primFontSz" for="des" forName="Child1" refType="primFontSz" refFor="des" refForName="Parent1" op="lte"/>
              <dgm:constr type="primFontSz" for="des" forName="Child2" refType="primFontSz" refFor="des" refForName="Parent1" op="lte"/>
              <dgm:constr type="primFontSz" for="des" forName="Child3" refType="primFontSz" refFor="des" refForName="Parent1" op="lte"/>
              <dgm:constr type="primFontSz" for="des" forName="Child4" refType="primFontSz" refFor="des" refForName="Parent1" op="lte"/>
              <dgm:constr type="primFontSz" for="des" forName="Child5" refType="primFontSz" refFor="des" refForName="Parent1" op="lte"/>
              <dgm:constr type="primFontSz" for="des" forName="Child6" refType="primFontSz" refFor="des" refForName="Parent1" op="lte"/>
              <dgm:constr type="primFontSz" for="des" forName="Child7" refType="primFontSz" refFor="des" refForName="Parent1" op="lte"/>
              <dgm:constr type="primFontSz" for="des" forName="Child1" refType="primFontSz" refFor="des" refForName="Parent2" op="lte"/>
              <dgm:constr type="primFontSz" for="des" forName="Child2" refType="primFontSz" refFor="des" refForName="Parent2" op="lte"/>
              <dgm:constr type="primFontSz" for="des" forName="Child3" refType="primFontSz" refFor="des" refForName="Parent2" op="lte"/>
              <dgm:constr type="primFontSz" for="des" forName="Child4" refType="primFontSz" refFor="des" refForName="Parent2" op="lte"/>
              <dgm:constr type="primFontSz" for="des" forName="Child5" refType="primFontSz" refFor="des" refForName="Parent2" op="lte"/>
              <dgm:constr type="primFontSz" for="des" forName="Child6" refType="primFontSz" refFor="des" refForName="Parent2" op="lte"/>
              <dgm:constr type="primFontSz" for="des" forName="Child7" refType="primFontSz" refFor="des" refForName="Parent2" op="lte"/>
              <dgm:constr type="primFontSz" for="des" forName="Child1" refType="primFontSz" refFor="des" refForName="Parent3" op="lte"/>
              <dgm:constr type="primFontSz" for="des" forName="Child2" refType="primFontSz" refFor="des" refForName="Parent3" op="lte"/>
              <dgm:constr type="primFontSz" for="des" forName="Child3" refType="primFontSz" refFor="des" refForName="Parent3" op="lte"/>
              <dgm:constr type="primFontSz" for="des" forName="Child4" refType="primFontSz" refFor="des" refForName="Parent3" op="lte"/>
              <dgm:constr type="primFontSz" for="des" forName="Child5" refType="primFontSz" refFor="des" refForName="Parent3" op="lte"/>
              <dgm:constr type="primFontSz" for="des" forName="Child6" refType="primFontSz" refFor="des" refForName="Parent3" op="lte"/>
              <dgm:constr type="primFontSz" for="des" forName="Child7" refType="primFontSz" refFor="des" refForName="Parent3" op="lte"/>
              <dgm:constr type="primFontSz" for="des" forName="Child1" refType="primFontSz" refFor="des" refForName="Parent4" op="lte"/>
              <dgm:constr type="primFontSz" for="des" forName="Child2" refType="primFontSz" refFor="des" refForName="Parent4" op="lte"/>
              <dgm:constr type="primFontSz" for="des" forName="Child3" refType="primFontSz" refFor="des" refForName="Parent4" op="lte"/>
              <dgm:constr type="primFontSz" for="des" forName="Child4" refType="primFontSz" refFor="des" refForName="Parent4" op="lte"/>
              <dgm:constr type="primFontSz" for="des" forName="Child5" refType="primFontSz" refFor="des" refForName="Parent4" op="lte"/>
              <dgm:constr type="primFontSz" for="des" forName="Child6" refType="primFontSz" refFor="des" refForName="Parent4" op="lte"/>
              <dgm:constr type="primFontSz" for="des" forName="Child7" refType="primFontSz" refFor="des" refForName="Parent4" op="lte"/>
              <dgm:constr type="primFontSz" for="des" forName="Child1" refType="primFontSz" refFor="des" refForName="Parent5" op="lte"/>
              <dgm:constr type="primFontSz" for="des" forName="Child2" refType="primFontSz" refFor="des" refForName="Parent5" op="lte"/>
              <dgm:constr type="primFontSz" for="des" forName="Child3" refType="primFontSz" refFor="des" refForName="Parent5" op="lte"/>
              <dgm:constr type="primFontSz" for="des" forName="Child4" refType="primFontSz" refFor="des" refForName="Parent5" op="lte"/>
              <dgm:constr type="primFontSz" for="des" forName="Child5" refType="primFontSz" refFor="des" refForName="Parent5" op="lte"/>
              <dgm:constr type="primFontSz" for="des" forName="Child6" refType="primFontSz" refFor="des" refForName="Parent5" op="lte"/>
              <dgm:constr type="primFontSz" for="des" forName="Child7" refType="primFontSz" refFor="des" refForName="Parent5" op="lte"/>
              <dgm:constr type="primFontSz" for="des" forName="Child1" refType="primFontSz" refFor="des" refForName="Parent6" op="lte"/>
              <dgm:constr type="primFontSz" for="des" forName="Child2" refType="primFontSz" refFor="des" refForName="Parent6" op="lte"/>
              <dgm:constr type="primFontSz" for="des" forName="Child3" refType="primFontSz" refFor="des" refForName="Parent6" op="lte"/>
              <dgm:constr type="primFontSz" for="des" forName="Child4" refType="primFontSz" refFor="des" refForName="Parent6" op="lte"/>
              <dgm:constr type="primFontSz" for="des" forName="Child5" refType="primFontSz" refFor="des" refForName="Parent6" op="lte"/>
              <dgm:constr type="primFontSz" for="des" forName="Child6" refType="primFontSz" refFor="des" refForName="Parent6" op="lte"/>
              <dgm:constr type="primFontSz" for="des" forName="Child7" refType="primFontSz" refFor="des" refForName="Parent6" op="lte"/>
              <dgm:constr type="primFontSz" for="des" forName="Child1" refType="primFontSz" refFor="des" refForName="Parent7" op="lte"/>
              <dgm:constr type="primFontSz" for="des" forName="Child2" refType="primFontSz" refFor="des" refForName="Parent7" op="lte"/>
              <dgm:constr type="primFontSz" for="des" forName="Child3" refType="primFontSz" refFor="des" refForName="Parent7" op="lte"/>
              <dgm:constr type="primFontSz" for="des" forName="Child4" refType="primFontSz" refFor="des" refForName="Parent7" op="lte"/>
              <dgm:constr type="primFontSz" for="des" forName="Child5" refType="primFontSz" refFor="des" refForName="Parent7" op="lte"/>
              <dgm:constr type="primFontSz" for="des" forName="Child6" refType="primFontSz" refFor="des" refForName="Parent7" op="lte"/>
              <dgm:constr type="primFontSz" for="des" forName="Child7" refType="primFontSz" refFor="des" refForName="Parent7" op="lte"/>
              <dgm:constr type="primFontSz" for="des" forName="Parent2" refType="primFontSz" refFor="des" refForName="Parent1" op="equ"/>
              <dgm:constr type="primFontSz" for="des" forName="Parent3" refType="primFontSz" refFor="des" refForName="Parent1" op="equ"/>
              <dgm:constr type="primFontSz" for="des" forName="Parent4" refType="primFontSz" refFor="des" refForName="Parent1" op="equ"/>
              <dgm:constr type="primFontSz" for="des" forName="Parent5" refType="primFontSz" refFor="des" refForName="Parent1" op="equ"/>
              <dgm:constr type="primFontSz" for="des" forName="Parent6" refType="primFontSz" refFor="des" refForName="Parent1" op="equ"/>
              <dgm:constr type="primFontSz" for="des" forName="Parent7" refType="primFontSz" refFor="des" refForName="Parent1" op="equ"/>
              <dgm:constr type="primFontSz" for="des" forName="Child2" refType="primFontSz" refFor="des" refForName="Child1" op="equ"/>
              <dgm:constr type="primFontSz" for="des" forName="Child3" refType="primFontSz" refFor="des" refForName="Child1" op="equ"/>
              <dgm:constr type="primFontSz" for="des" forName="Child4" refType="primFontSz" refFor="des" refForName="Child1" op="equ"/>
              <dgm:constr type="primFontSz" for="des" forName="Child5" refType="primFontSz" refFor="des" refForName="Child1" op="equ"/>
              <dgm:constr type="primFontSz" for="des" forName="Child6" refType="primFontSz" refFor="des" refForName="Child1" op="equ"/>
              <dgm:constr type="primFontSz" for="des" forName="Child7" refType="primFontSz" refFor="des" refForName="Child1" op="equ"/>
              <dgm:constr type="l" for="ch" forName="Accent1" refType="w" fact="0"/>
              <dgm:constr type="t" for="ch" forName="Accent1" refType="h" fact="0"/>
              <dgm:constr type="w" for="ch" forName="Accent1" refType="w" fact="0.5331"/>
              <dgm:constr type="h" for="ch" forName="Accent1" refType="h" fact="0.2284"/>
              <dgm:constr type="l" for="ch" forName="Accent2" refType="w" fact="0.1481"/>
              <dgm:constr type="t" for="ch" forName="Accent2" refType="h" fact="0.1312"/>
              <dgm:constr type="w" for="ch" forName="Accent2" refType="w" fact="0.5331"/>
              <dgm:constr type="h" for="ch" forName="Accent2" refType="h" fact="0.2284"/>
              <dgm:constr type="l" for="ch" forName="Accent3" refType="w" fact="0"/>
              <dgm:constr type="t" for="ch" forName="Accent3" refType="h" fact="0.263"/>
              <dgm:constr type="w" for="ch" forName="Accent3" refType="w" fact="0.5331"/>
              <dgm:constr type="h" for="ch" forName="Accent3" refType="h" fact="0.2284"/>
              <dgm:constr type="l" for="ch" forName="Accent4" refType="w" fact="0.1481"/>
              <dgm:constr type="t" for="ch" forName="Accent4" refType="h" fact="0.3945"/>
              <dgm:constr type="w" for="ch" forName="Accent4" refType="w" fact="0.5331"/>
              <dgm:constr type="h" for="ch" forName="Accent4" refType="h" fact="0.2284"/>
              <dgm:constr type="l" for="ch" forName="Accent5" refType="w" fact="0"/>
              <dgm:constr type="t" for="ch" forName="Accent5" refType="h" fact="0.5258"/>
              <dgm:constr type="w" for="ch" forName="Accent5" refType="w" fact="0.5331"/>
              <dgm:constr type="h" for="ch" forName="Accent5" refType="h" fact="0.2284"/>
              <dgm:constr type="l" for="ch" forName="Accent6" refType="w" fact="0.1481"/>
              <dgm:constr type="t" for="ch" forName="Accent6" refType="h" fact="0.6573"/>
              <dgm:constr type="w" for="ch" forName="Accent6" refType="w" fact="0.5331"/>
              <dgm:constr type="h" for="ch" forName="Accent6" refType="h" fact="0.2284"/>
              <dgm:constr type="l" for="ch" forName="Accent7" refType="w" fact="0.0378"/>
              <dgm:constr type="t" for="ch" forName="Accent7" refType="h" fact="0.8037"/>
              <dgm:constr type="w" for="ch" forName="Accent7" refType="w" fact="0.458"/>
              <dgm:constr type="h" for="ch" forName="Accent7" refType="h" fact="0.1963"/>
              <dgm:constr type="l" for="ch" forName="Parent1" refType="w" fact="0.1171"/>
              <dgm:constr type="t" for="ch" forName="Parent1" refType="h" fact="0.0827"/>
              <dgm:constr type="w" for="ch" forName="Parent1" refType="w" fact="0.2975"/>
              <dgm:constr type="h" for="ch" forName="Parent1" refType="h" fact="0.0637"/>
              <dgm:constr type="l" for="ch" forName="Parent2" refType="w" fact="0.2658"/>
              <dgm:constr type="t" for="ch" forName="Parent2" refType="h" fact="0.2142"/>
              <dgm:constr type="w" for="ch" forName="Parent2" refType="w" fact="0.2975"/>
              <dgm:constr type="h" for="ch" forName="Parent2" refType="h" fact="0.0637"/>
              <dgm:constr type="l" for="ch" forName="Parent3" refType="w" fact="0.1171"/>
              <dgm:constr type="t" for="ch" forName="Parent3" refType="h" fact="0.3457"/>
              <dgm:constr type="w" for="ch" forName="Parent3" refType="w" fact="0.2975"/>
              <dgm:constr type="h" for="ch" forName="Parent3" refType="h" fact="0.0637"/>
              <dgm:constr type="l" for="ch" forName="Parent4" refType="w" fact="0.2658"/>
              <dgm:constr type="t" for="ch" forName="Parent4" refType="h" fact="0.4772"/>
              <dgm:constr type="w" for="ch" forName="Parent4" refType="w" fact="0.2975"/>
              <dgm:constr type="h" for="ch" forName="Parent4" refType="h" fact="0.0637"/>
              <dgm:constr type="l" for="ch" forName="Parent5" refType="w" fact="0.1171"/>
              <dgm:constr type="t" for="ch" forName="Parent5" refType="h" fact="0.6085"/>
              <dgm:constr type="w" for="ch" forName="Parent5" refType="w" fact="0.2975"/>
              <dgm:constr type="h" for="ch" forName="Parent5" refType="h" fact="0.0637"/>
              <dgm:constr type="l" for="ch" forName="Parent6" refType="w" fact="0.2658"/>
              <dgm:constr type="t" for="ch" forName="Parent6" refType="h" fact="0.74"/>
              <dgm:constr type="w" for="ch" forName="Parent6" refType="w" fact="0.2975"/>
              <dgm:constr type="h" for="ch" forName="Parent6" refType="h" fact="0.0637"/>
              <dgm:constr type="l" for="ch" forName="Parent7" refType="w" fact="0.1171"/>
              <dgm:constr type="t" for="ch" forName="Parent7" refType="h" fact="0.8715"/>
              <dgm:constr type="w" for="ch" forName="Parent7" refType="w" fact="0.2975"/>
              <dgm:constr type="h" for="ch" forName="Parent7" refType="h" fact="0.0637"/>
              <dgm:constr type="l" for="ch" forName="Child1" refType="w" fact="0.5348"/>
              <dgm:constr type="t" for="ch" forName="Child1" refType="h" fact="0.0678"/>
              <dgm:constr type="w" for="ch" forName="Child1" refType="w" fact="0.3196"/>
              <dgm:constr type="h" for="ch" forName="Child1" refType="h" fact="0.0908"/>
              <dgm:constr type="l" for="ch" forName="Child2" refType="w" fact="0.6804"/>
              <dgm:constr type="t" for="ch" forName="Child2" refType="h" fact="0.2006"/>
              <dgm:constr type="w" for="ch" forName="Child2" refType="w" fact="0.3196"/>
              <dgm:constr type="h" for="ch" forName="Child2" refType="h" fact="0.0908"/>
              <dgm:constr type="l" for="ch" forName="Child3" refType="w" fact="0.5348"/>
              <dgm:constr type="t" for="ch" forName="Child3" refType="h" fact="0.3308"/>
              <dgm:constr type="w" for="ch" forName="Child3" refType="w" fact="0.3196"/>
              <dgm:constr type="h" for="ch" forName="Child3" refType="h" fact="0.0908"/>
              <dgm:constr type="l" for="ch" forName="Child4" refType="w" fact="0.6804"/>
              <dgm:constr type="t" for="ch" forName="Child4" refType="h" fact="0.4623"/>
              <dgm:constr type="w" for="ch" forName="Child4" refType="w" fact="0.3196"/>
              <dgm:constr type="h" for="ch" forName="Child4" refType="h" fact="0.0908"/>
              <dgm:constr type="l" for="ch" forName="Child5" refType="w" fact="0.5348"/>
              <dgm:constr type="t" for="ch" forName="Child5" refType="h" fact="0.5936"/>
              <dgm:constr type="w" for="ch" forName="Child5" refType="w" fact="0.3196"/>
              <dgm:constr type="h" for="ch" forName="Child5" refType="h" fact="0.0908"/>
              <dgm:constr type="l" for="ch" forName="Child6" refType="w" fact="0.6804"/>
              <dgm:constr type="t" for="ch" forName="Child6" refType="h" fact="0.7251"/>
              <dgm:constr type="w" for="ch" forName="Child6" refType="w" fact="0.3196"/>
              <dgm:constr type="h" for="ch" forName="Child6" refType="h" fact="0.0908"/>
              <dgm:constr type="l" for="ch" forName="Child7" refType="w" fact="0.5348"/>
              <dgm:constr type="t" for="ch" forName="Child7" refType="h" fact="0.8579"/>
              <dgm:constr type="w" for="ch" forName="Child7" refType="w" fact="0.3196"/>
              <dgm:constr type="h" for="ch" forName="Child7" refType="h" fact="0.0908"/>
            </dgm:constrLst>
          </dgm:else>
        </dgm:choose>
      </dgm:else>
    </dgm:choose>
    <dgm:forEach name="wrapper" axis="self" ptType="parTrans">
      <dgm:forEach name="accentRepeat" axis="self">
        <dgm:layoutNode name="Accent" styleLbl="node1">
          <dgm:alg type="sp"/>
          <dgm:choose name="Name20">
            <dgm:if name="Name21" func="var" arg="dir" op="equ" val="norm">
              <dgm:choose name="Name22">
                <dgm:if name="Name23" axis="precedSib" ptType="node" func="cnt" op="equ" val="0">
                  <dgm:choose name="Name24">
                    <dgm:if name="Name25" axis="followSib" ptType="node" func="cnt" op="equ" val="0">
                      <dgm:shape xmlns:r="http://schemas.openxmlformats.org/officeDocument/2006/relationships" type="circularArrow" r:blip="">
                        <dgm:adjLst>
                          <dgm:adj idx="1" val="0.1098"/>
                          <dgm:adj idx="2" val="19.0387"/>
                          <dgm:adj idx="3" val="150"/>
                          <dgm:adj idx="4" val="180"/>
                          <dgm:adj idx="5" val="0.125"/>
                        </dgm:adjLst>
                      </dgm:shape>
                    </dgm:if>
                    <dgm:else name="Name26">
                      <dgm:shape xmlns:r="http://schemas.openxmlformats.org/officeDocument/2006/relationships" type="circularArrow" r:blip="">
                        <dgm:adjLst>
                          <dgm:adj idx="1" val="0.1098"/>
                          <dgm:adj idx="2" val="19.0387"/>
                          <dgm:adj idx="3" val="75"/>
                          <dgm:adj idx="4" val="180"/>
                          <dgm:adj idx="5" val="0.125"/>
                        </dgm:adjLst>
                      </dgm:shape>
                    </dgm:else>
                  </dgm:choose>
                </dgm:if>
                <dgm:else name="Name27">
                  <dgm:choose name="Name28">
                    <dgm:if name="Name29" axis="followSib" ptType="node" func="cnt" op="equ" val="0">
                      <dgm:choose name="Name30">
                        <dgm:if name="Name31" axis="precedSib" ptType="node" func="cnt" op="equ" val="1">
                          <dgm:shape xmlns:r="http://schemas.openxmlformats.org/officeDocument/2006/relationships" type="blockArc" r:blip="">
                            <dgm:adjLst>
                              <dgm:adj idx="1" val="0"/>
                              <dgm:adj idx="2" val="-45"/>
                              <dgm:adj idx="3" val="0.1274"/>
                            </dgm:adjLst>
                          </dgm:shape>
                        </dgm:if>
                        <dgm:if name="Name32" axis="precedSib" ptType="node" func="cnt" op="equ" val="2">
                          <dgm:shape xmlns:r="http://schemas.openxmlformats.org/officeDocument/2006/relationships" type="blockArc" r:blip="">
                            <dgm:adjLst>
                              <dgm:adj idx="1" val="-135"/>
                              <dgm:adj idx="2" val="180"/>
                              <dgm:adj idx="3" val="0.1274"/>
                            </dgm:adjLst>
                          </dgm:shape>
                        </dgm:if>
                        <dgm:if name="Name33" axis="precedSib" ptType="node" func="cnt" op="equ" val="3">
                          <dgm:shape xmlns:r="http://schemas.openxmlformats.org/officeDocument/2006/relationships" type="blockArc" r:blip="">
                            <dgm:adjLst>
                              <dgm:adj idx="1" val="0"/>
                              <dgm:adj idx="2" val="-45"/>
                              <dgm:adj idx="3" val="0.1274"/>
                            </dgm:adjLst>
                          </dgm:shape>
                        </dgm:if>
                        <dgm:if name="Name34" axis="precedSib" ptType="node" func="cnt" op="equ" val="4">
                          <dgm:shape xmlns:r="http://schemas.openxmlformats.org/officeDocument/2006/relationships" type="blockArc" r:blip="">
                            <dgm:adjLst>
                              <dgm:adj idx="1" val="-135"/>
                              <dgm:adj idx="2" val="180"/>
                              <dgm:adj idx="3" val="0.1274"/>
                            </dgm:adjLst>
                          </dgm:shape>
                        </dgm:if>
                        <dgm:if name="Name35" axis="precedSib" ptType="node" func="cnt" op="equ" val="5">
                          <dgm:shape xmlns:r="http://schemas.openxmlformats.org/officeDocument/2006/relationships" type="blockArc" r:blip="">
                            <dgm:adjLst>
                              <dgm:adj idx="1" val="0"/>
                              <dgm:adj idx="2" val="-45"/>
                              <dgm:adj idx="3" val="0.1274"/>
                            </dgm:adjLst>
                          </dgm:shape>
                        </dgm:if>
                        <dgm:if name="Name36" axis="precedSib" ptType="node" func="cnt" op="equ" val="6">
                          <dgm:shape xmlns:r="http://schemas.openxmlformats.org/officeDocument/2006/relationships" type="blockArc" r:blip="">
                            <dgm:adjLst>
                              <dgm:adj idx="1" val="-135"/>
                              <dgm:adj idx="2" val="180"/>
                              <dgm:adj idx="3" val="0.1274"/>
                            </dgm:adjLst>
                          </dgm:shape>
                        </dgm:if>
                        <dgm:else name="Name37"/>
                      </dgm:choose>
                    </dgm:if>
                    <dgm:else name="Name38">
                      <dgm:choose name="Name39">
                        <dgm:if name="Name40" axis="precedSib" ptType="node" func="cnt" op="equ" val="0">
                          <dgm:shape xmlns:r="http://schemas.openxmlformats.org/officeDocument/2006/relationships" type="blockArc" r:blip="">
                            <dgm:adjLst>
                              <dgm:adj idx="1" val="-133.1632"/>
                              <dgm:adj idx="2" val="65"/>
                              <dgm:adj idx="3" val="0.13"/>
                            </dgm:adjLst>
                          </dgm:shape>
                        </dgm:if>
                        <dgm:if name="Name41" axis="precedSib" ptType="node" func="cnt" op="equ" val="1">
                          <dgm:shape xmlns:r="http://schemas.openxmlformats.org/officeDocument/2006/relationships" type="leftCircularArrow" r:blip="">
                            <dgm:adjLst>
                              <dgm:adj idx="1" val="0.1098"/>
                              <dgm:adj idx="2" val="19.0387"/>
                              <dgm:adj idx="3" val="105"/>
                              <dgm:adj idx="4" val="-45"/>
                              <dgm:adj idx="5" val="0.125"/>
                            </dgm:adjLst>
                          </dgm:shape>
                        </dgm:if>
                        <dgm:if name="Name42" axis="precedSib" ptType="node" func="cnt" op="equ" val="2">
                          <dgm:shape xmlns:r="http://schemas.openxmlformats.org/officeDocument/2006/relationships" type="circularArrow" r:blip="">
                            <dgm:adjLst>
                              <dgm:adj idx="1" val="0.1098"/>
                              <dgm:adj idx="2" val="19.0387"/>
                              <dgm:adj idx="3" val="75"/>
                              <dgm:adj idx="4" val="-135"/>
                              <dgm:adj idx="5" val="0.125"/>
                            </dgm:adjLst>
                          </dgm:shape>
                        </dgm:if>
                        <dgm:if name="Name43" axis="precedSib" ptType="node" func="cnt" op="equ" val="3">
                          <dgm:shape xmlns:r="http://schemas.openxmlformats.org/officeDocument/2006/relationships" type="leftCircularArrow" r:blip="">
                            <dgm:adjLst>
                              <dgm:adj idx="1" val="0.1098"/>
                              <dgm:adj idx="2" val="19.0387"/>
                              <dgm:adj idx="3" val="105"/>
                              <dgm:adj idx="4" val="-45"/>
                              <dgm:adj idx="5" val="0.125"/>
                            </dgm:adjLst>
                          </dgm:shape>
                        </dgm:if>
                        <dgm:if name="Name44" axis="precedSib" ptType="node" func="cnt" op="equ" val="4">
                          <dgm:shape xmlns:r="http://schemas.openxmlformats.org/officeDocument/2006/relationships" type="circularArrow" r:blip="">
                            <dgm:adjLst>
                              <dgm:adj idx="1" val="0.1098"/>
                              <dgm:adj idx="2" val="19.0387"/>
                              <dgm:adj idx="3" val="75"/>
                              <dgm:adj idx="4" val="-135"/>
                              <dgm:adj idx="5" val="0.125"/>
                            </dgm:adjLst>
                          </dgm:shape>
                        </dgm:if>
                        <dgm:if name="Name45" axis="precedSib" ptType="node" func="cnt" op="equ" val="5">
                          <dgm:shape xmlns:r="http://schemas.openxmlformats.org/officeDocument/2006/relationships" type="leftCircularArrow" r:blip="">
                            <dgm:adjLst>
                              <dgm:adj idx="1" val="0.1098"/>
                              <dgm:adj idx="2" val="19.0387"/>
                              <dgm:adj idx="3" val="105"/>
                              <dgm:adj idx="4" val="-45"/>
                              <dgm:adj idx="5" val="0.125"/>
                            </dgm:adjLst>
                          </dgm:shape>
                        </dgm:if>
                        <dgm:if name="Name46" axis="precedSib" ptType="node" func="cnt" op="equ" val="6">
                          <dgm:shape xmlns:r="http://schemas.openxmlformats.org/officeDocument/2006/relationships" type="blockArc" r:blip="">
                            <dgm:adjLst>
                              <dgm:adj idx="1" val="-135"/>
                              <dgm:adj idx="2" val="180"/>
                              <dgm:adj idx="3" val="0.1274"/>
                            </dgm:adjLst>
                          </dgm:shape>
                        </dgm:if>
                        <dgm:else name="Name47"/>
                      </dgm:choose>
                    </dgm:else>
                  </dgm:choose>
                </dgm:else>
              </dgm:choose>
            </dgm:if>
            <dgm:else name="Name48">
              <dgm:choose name="Name49">
                <dgm:if name="Name50" axis="precedSib" ptType="node" func="cnt" op="equ" val="0">
                  <dgm:choose name="Name51">
                    <dgm:if name="Name52" axis="followSib" ptType="node" func="cnt" op="equ" val="0">
                      <dgm:shape xmlns:r="http://schemas.openxmlformats.org/officeDocument/2006/relationships" type="leftCircularArrow" r:blip="">
                        <dgm:adjLst>
                          <dgm:adj idx="1" val="0.1098"/>
                          <dgm:adj idx="2" val="19.0387"/>
                          <dgm:adj idx="3" val="30"/>
                          <dgm:adj idx="4" val="0"/>
                          <dgm:adj idx="5" val="0.125"/>
                        </dgm:adjLst>
                      </dgm:shape>
                    </dgm:if>
                    <dgm:else name="Name53">
                      <dgm:shape xmlns:r="http://schemas.openxmlformats.org/officeDocument/2006/relationships" type="leftCircularArrow" r:blip="">
                        <dgm:adjLst>
                          <dgm:adj idx="1" val="0.1098"/>
                          <dgm:adj idx="2" val="19.0387"/>
                          <dgm:adj idx="3" val="105"/>
                          <dgm:adj idx="4" val="0"/>
                          <dgm:adj idx="5" val="0.125"/>
                        </dgm:adjLst>
                      </dgm:shape>
                    </dgm:else>
                  </dgm:choose>
                </dgm:if>
                <dgm:else name="Name54">
                  <dgm:choose name="Name55">
                    <dgm:if name="Name56" axis="followSib" ptType="node" func="cnt" op="equ" val="0">
                      <dgm:choose name="Name57">
                        <dgm:if name="Name58" axis="precedSib" ptType="node" func="cnt" op="equ" val="1">
                          <dgm:shape xmlns:r="http://schemas.openxmlformats.org/officeDocument/2006/relationships" type="blockArc" r:blip="">
                            <dgm:adjLst>
                              <dgm:adj idx="1" val="-135"/>
                              <dgm:adj idx="2" val="180"/>
                              <dgm:adj idx="3" val="0.1274"/>
                            </dgm:adjLst>
                          </dgm:shape>
                        </dgm:if>
                        <dgm:if name="Name59" axis="precedSib" ptType="node" func="cnt" op="equ" val="2">
                          <dgm:shape xmlns:r="http://schemas.openxmlformats.org/officeDocument/2006/relationships" type="blockArc" r:blip="">
                            <dgm:adjLst>
                              <dgm:adj idx="1" val="0"/>
                              <dgm:adj idx="2" val="-45"/>
                              <dgm:adj idx="3" val="0.1274"/>
                            </dgm:adjLst>
                          </dgm:shape>
                        </dgm:if>
                        <dgm:if name="Name60" axis="precedSib" ptType="node" func="cnt" op="equ" val="3">
                          <dgm:shape xmlns:r="http://schemas.openxmlformats.org/officeDocument/2006/relationships" type="blockArc" r:blip="">
                            <dgm:adjLst>
                              <dgm:adj idx="1" val="-135"/>
                              <dgm:adj idx="2" val="180"/>
                              <dgm:adj idx="3" val="0.1274"/>
                            </dgm:adjLst>
                          </dgm:shape>
                        </dgm:if>
                        <dgm:if name="Name61" axis="precedSib" ptType="node" func="cnt" op="equ" val="4">
                          <dgm:shape xmlns:r="http://schemas.openxmlformats.org/officeDocument/2006/relationships" type="blockArc" r:blip="">
                            <dgm:adjLst>
                              <dgm:adj idx="1" val="0"/>
                              <dgm:adj idx="2" val="-45"/>
                              <dgm:adj idx="3" val="0.1274"/>
                            </dgm:adjLst>
                          </dgm:shape>
                        </dgm:if>
                        <dgm:if name="Name62" axis="precedSib" ptType="node" func="cnt" op="equ" val="5">
                          <dgm:shape xmlns:r="http://schemas.openxmlformats.org/officeDocument/2006/relationships" type="blockArc" r:blip="">
                            <dgm:adjLst>
                              <dgm:adj idx="1" val="-135"/>
                              <dgm:adj idx="2" val="180"/>
                              <dgm:adj idx="3" val="0.1274"/>
                            </dgm:adjLst>
                          </dgm:shape>
                        </dgm:if>
                        <dgm:if name="Name63" axis="precedSib" ptType="node" func="cnt" op="equ" val="6">
                          <dgm:shape xmlns:r="http://schemas.openxmlformats.org/officeDocument/2006/relationships" type="blockArc" r:blip="">
                            <dgm:adjLst>
                              <dgm:adj idx="1" val="0"/>
                              <dgm:adj idx="2" val="-45"/>
                              <dgm:adj idx="3" val="0.1274"/>
                            </dgm:adjLst>
                          </dgm:shape>
                        </dgm:if>
                        <dgm:else name="Name64"/>
                      </dgm:choose>
                    </dgm:if>
                    <dgm:else name="Name65">
                      <dgm:choose name="Name66">
                        <dgm:if name="Name67" axis="precedSib" ptType="node" func="cnt" op="equ" val="0">
                          <dgm:shape xmlns:r="http://schemas.openxmlformats.org/officeDocument/2006/relationships" type="blockArc" r:blip="">
                            <dgm:adjLst>
                              <dgm:adj idx="1" val="-133.1632"/>
                              <dgm:adj idx="2" val="65"/>
                              <dgm:adj idx="3" val="0.13"/>
                            </dgm:adjLst>
                          </dgm:shape>
                        </dgm:if>
                        <dgm:if name="Name68" axis="precedSib" ptType="node" func="cnt" op="equ" val="1">
                          <dgm:shape xmlns:r="http://schemas.openxmlformats.org/officeDocument/2006/relationships" type="circularArrow" r:blip="">
                            <dgm:adjLst>
                              <dgm:adj idx="1" val="0.1098"/>
                              <dgm:adj idx="2" val="19.0387"/>
                              <dgm:adj idx="3" val="75"/>
                              <dgm:adj idx="4" val="-135"/>
                              <dgm:adj idx="5" val="0.125"/>
                            </dgm:adjLst>
                          </dgm:shape>
                        </dgm:if>
                        <dgm:if name="Name69" axis="precedSib" ptType="node" func="cnt" op="equ" val="2">
                          <dgm:shape xmlns:r="http://schemas.openxmlformats.org/officeDocument/2006/relationships" type="leftCircularArrow" r:blip="">
                            <dgm:adjLst>
                              <dgm:adj idx="1" val="0.1098"/>
                              <dgm:adj idx="2" val="19.0387"/>
                              <dgm:adj idx="3" val="105"/>
                              <dgm:adj idx="4" val="-45"/>
                              <dgm:adj idx="5" val="0.125"/>
                            </dgm:adjLst>
                          </dgm:shape>
                        </dgm:if>
                        <dgm:if name="Name70" axis="precedSib" ptType="node" func="cnt" op="equ" val="3">
                          <dgm:shape xmlns:r="http://schemas.openxmlformats.org/officeDocument/2006/relationships" type="circularArrow" r:blip="">
                            <dgm:adjLst>
                              <dgm:adj idx="1" val="0.1098"/>
                              <dgm:adj idx="2" val="19.0387"/>
                              <dgm:adj idx="3" val="75"/>
                              <dgm:adj idx="4" val="-135"/>
                              <dgm:adj idx="5" val="0.125"/>
                            </dgm:adjLst>
                          </dgm:shape>
                        </dgm:if>
                        <dgm:if name="Name71" axis="precedSib" ptType="node" func="cnt" op="equ" val="4">
                          <dgm:shape xmlns:r="http://schemas.openxmlformats.org/officeDocument/2006/relationships" type="leftCircularArrow" r:blip="">
                            <dgm:adjLst>
                              <dgm:adj idx="1" val="0.1098"/>
                              <dgm:adj idx="2" val="19.0387"/>
                              <dgm:adj idx="3" val="105"/>
                              <dgm:adj idx="4" val="-45"/>
                              <dgm:adj idx="5" val="0.125"/>
                            </dgm:adjLst>
                          </dgm:shape>
                        </dgm:if>
                        <dgm:if name="Name72" axis="precedSib" ptType="node" func="cnt" op="equ" val="5">
                          <dgm:shape xmlns:r="http://schemas.openxmlformats.org/officeDocument/2006/relationships" type="circularArrow" r:blip="">
                            <dgm:adjLst>
                              <dgm:adj idx="1" val="0.1098"/>
                              <dgm:adj idx="2" val="19.0387"/>
                              <dgm:adj idx="3" val="75"/>
                              <dgm:adj idx="4" val="-135"/>
                              <dgm:adj idx="5" val="0.125"/>
                            </dgm:adjLst>
                          </dgm:shape>
                        </dgm:if>
                        <dgm:if name="Name73" axis="precedSib" ptType="node" func="cnt" op="equ" val="6">
                          <dgm:shape xmlns:r="http://schemas.openxmlformats.org/officeDocument/2006/relationships" type="blockArc" r:blip="">
                            <dgm:adjLst>
                              <dgm:adj idx="1" val="0"/>
                              <dgm:adj idx="2" val="-45"/>
                              <dgm:adj idx="3" val="0.1274"/>
                            </dgm:adjLst>
                          </dgm:shape>
                        </dgm:if>
                        <dgm:else name="Name74"/>
                      </dgm:choose>
                    </dgm:else>
                  </dgm:choose>
                </dgm:else>
              </dgm:choose>
            </dgm:else>
          </dgm:choose>
          <dgm:presOf/>
        </dgm:layoutNode>
      </dgm:forEach>
    </dgm:forEach>
    <dgm:forEach name="Name75" axis="ch" ptType="node" cnt="1">
      <dgm:layoutNode name="Accent1">
        <dgm:alg type="sp"/>
        <dgm:shape xmlns:r="http://schemas.openxmlformats.org/officeDocument/2006/relationships" r:blip="">
          <dgm:adjLst/>
        </dgm:shape>
        <dgm:presOf/>
        <dgm:constrLst/>
        <dgm:forEach name="Name76" ref="accentRepeat"/>
      </dgm:layoutNode>
      <dgm:choose name="Name77">
        <dgm:if name="Name78" axis="ch" ptType="node" func="cnt" op="gte" val="1">
          <dgm:layoutNode name="Child1"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79"/>
      </dgm:choose>
      <dgm:layoutNode name="Parent1"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0" axis="ch" ptType="node" st="2" cnt="1">
      <dgm:layoutNode name="Accent2">
        <dgm:alg type="sp"/>
        <dgm:shape xmlns:r="http://schemas.openxmlformats.org/officeDocument/2006/relationships" r:blip="">
          <dgm:adjLst/>
        </dgm:shape>
        <dgm:presOf/>
        <dgm:constrLst/>
        <dgm:forEach name="Name81" ref="accentRepeat"/>
      </dgm:layoutNode>
      <dgm:choose name="Name82">
        <dgm:if name="Name83" axis="ch" ptType="node" func="cnt" op="gte" val="1">
          <dgm:layoutNode name="Child2"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4"/>
      </dgm:choose>
      <dgm:layoutNode name="Parent2"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85" axis="ch" ptType="node" st="3" cnt="1">
      <dgm:layoutNode name="Accent3">
        <dgm:alg type="sp"/>
        <dgm:shape xmlns:r="http://schemas.openxmlformats.org/officeDocument/2006/relationships" r:blip="">
          <dgm:adjLst/>
        </dgm:shape>
        <dgm:presOf/>
        <dgm:constrLst/>
        <dgm:forEach name="Name86" ref="accentRepeat"/>
      </dgm:layoutNode>
      <dgm:choose name="Name87">
        <dgm:if name="Name88" axis="ch" ptType="node" func="cnt" op="gte" val="1">
          <dgm:layoutNode name="Child3"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89"/>
      </dgm:choose>
      <dgm:layoutNode name="Parent3"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0" axis="ch" ptType="node" st="4" cnt="1">
      <dgm:layoutNode name="Accent4">
        <dgm:alg type="sp"/>
        <dgm:shape xmlns:r="http://schemas.openxmlformats.org/officeDocument/2006/relationships" r:blip="">
          <dgm:adjLst/>
        </dgm:shape>
        <dgm:presOf/>
        <dgm:constrLst/>
        <dgm:forEach name="Name91" ref="accentRepeat"/>
      </dgm:layoutNode>
      <dgm:choose name="Name92">
        <dgm:if name="Name93" axis="ch" ptType="node" func="cnt" op="gte" val="1">
          <dgm:layoutNode name="Child4"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4"/>
      </dgm:choose>
      <dgm:layoutNode name="Parent4"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95" axis="ch" ptType="node" st="5" cnt="1">
      <dgm:layoutNode name="Accent5">
        <dgm:alg type="sp"/>
        <dgm:shape xmlns:r="http://schemas.openxmlformats.org/officeDocument/2006/relationships" r:blip="">
          <dgm:adjLst/>
        </dgm:shape>
        <dgm:presOf/>
        <dgm:constrLst/>
        <dgm:forEach name="Name96" ref="accentRepeat"/>
      </dgm:layoutNode>
      <dgm:choose name="Name97">
        <dgm:if name="Name98" axis="ch" ptType="node" func="cnt" op="gte" val="1">
          <dgm:layoutNode name="Child5"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99"/>
      </dgm:choose>
      <dgm:layoutNode name="Parent5"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0" axis="ch" ptType="node" st="6" cnt="1">
      <dgm:layoutNode name="Accent6">
        <dgm:alg type="sp"/>
        <dgm:shape xmlns:r="http://schemas.openxmlformats.org/officeDocument/2006/relationships" r:blip="">
          <dgm:adjLst/>
        </dgm:shape>
        <dgm:presOf/>
        <dgm:constrLst/>
        <dgm:forEach name="Name101" ref="accentRepeat"/>
      </dgm:layoutNode>
      <dgm:choose name="Name102">
        <dgm:if name="Name103" axis="ch" ptType="node" func="cnt" op="gte" val="1">
          <dgm:layoutNode name="Child6"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4"/>
      </dgm:choose>
      <dgm:layoutNode name="Parent6"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forEach name="Name105" axis="ch" ptType="node" st="7" cnt="1">
      <dgm:layoutNode name="Accent7">
        <dgm:alg type="sp"/>
        <dgm:shape xmlns:r="http://schemas.openxmlformats.org/officeDocument/2006/relationships" r:blip="">
          <dgm:adjLst/>
        </dgm:shape>
        <dgm:presOf/>
        <dgm:constrLst/>
        <dgm:forEach name="Name106" ref="accentRepeat"/>
      </dgm:layoutNode>
      <dgm:choose name="Name107">
        <dgm:if name="Name108" axis="ch" ptType="node" func="cnt" op="gte" val="1">
          <dgm:layoutNode name="Child7" styleLbl="revTx">
            <dgm:varLst>
              <dgm:chMax val="0"/>
              <dgm:chPref val="0"/>
              <dgm:bulletEnabled val="1"/>
            </dgm:varLst>
            <dgm:alg type="tx">
              <dgm:param type="stBulletLvl" val="1"/>
              <dgm:param type="parTxLTRAlign" val="l"/>
              <dgm:param type="txAnchorVertCh" val="mid"/>
            </dgm:alg>
            <dgm:shape xmlns:r="http://schemas.openxmlformats.org/officeDocument/2006/relationships" type="rect" r:blip="">
              <dgm:adjLst/>
            </dgm:shape>
            <dgm:presOf axis="des"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if>
        <dgm:else name="Name109"/>
      </dgm:choose>
      <dgm:layoutNode name="Parent7" styleLbl="revTx">
        <dgm:varLst>
          <dgm:chMax val="1"/>
          <dgm:chPref val="1"/>
          <dgm:bulletEnabled val="1"/>
        </dgm:varLst>
        <dgm:alg type="tx">
          <dgm:param type="shpTxLTRAlignCh" val="ctr"/>
          <dgm:param type="txAnchorVertCh" val="mid"/>
        </dgm:alg>
        <dgm:shape xmlns:r="http://schemas.openxmlformats.org/officeDocument/2006/relationships" type="rect" r:blip="">
          <dgm:adjLst/>
        </dgm:shape>
        <dgm:presOf axis="self" ptType="node"/>
        <dgm:constrLst>
          <dgm:constr type="lMarg" refType="primFontSz" fact="0.05"/>
          <dgm:constr type="rMarg" refType="primFontSz" fact="0.05"/>
          <dgm:constr type="tMarg" refType="primFontSz" fact="0.05"/>
          <dgm:constr type="bMarg" refType="primFontSz" fact="0.05"/>
        </dgm:constrLst>
        <dgm:ruleLst>
          <dgm:rule type="primFontSz" val="5" fact="NaN" max="NaN"/>
        </dgm:ruleLst>
      </dgm:layoutNode>
    </dgm:forEach>
  </dgm:layoutNode>
</dgm:layoutDef>
</file>

<file path=ppt/diagrams/layout2.xml><?xml version="1.0" encoding="utf-8"?>
<dgm:layoutDef xmlns:dgm="http://schemas.openxmlformats.org/drawingml/2006/diagram" xmlns:a="http://schemas.openxmlformats.org/drawingml/2006/main" uniqueId="urn:microsoft.com/office/officeart/2008/layout/PictureAccentList">
  <dgm:title val=""/>
  <dgm:desc val=""/>
  <dgm:catLst>
    <dgm:cat type="picture" pri="14000"/>
    <dgm:cat type="list" pri="14500"/>
  </dgm:catLst>
  <dgm:sampData>
    <dgm:dataModel>
      <dgm:ptLst>
        <dgm:pt modelId="0" type="doc"/>
        <dgm:pt modelId="1">
          <dgm:prSet phldr="1"/>
        </dgm:pt>
        <dgm:pt modelId="11">
          <dgm:prSet phldr="1"/>
        </dgm:pt>
        <dgm:pt modelId="12">
          <dgm:prSet phldr="1"/>
        </dgm:pt>
      </dgm:ptLst>
      <dgm:cxnLst>
        <dgm:cxn modelId="4" srcId="0" destId="1" srcOrd="0" destOrd="0"/>
        <dgm:cxn modelId="5" srcId="1" destId="11" srcOrd="0" destOrd="0"/>
        <dgm:cxn modelId="6" srcId="1" destId="12" srcOrd="1" destOrd="0"/>
      </dgm:cxnLst>
      <dgm:bg/>
      <dgm:whole/>
    </dgm:dataModel>
  </dgm:sampData>
  <dgm:style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styleData>
  <dgm:clrData>
    <dgm:dataModel>
      <dgm:ptLst>
        <dgm:pt modelId="0" type="doc"/>
        <dgm:pt modelId="1"/>
        <dgm:pt modelId="11"/>
        <dgm:pt modelId="12"/>
        <dgm:pt modelId="13"/>
      </dgm:ptLst>
      <dgm:cxnLst>
        <dgm:cxn modelId="4" srcId="0" destId="1" srcOrd="0" destOrd="0"/>
        <dgm:cxn modelId="5" srcId="1" destId="11" srcOrd="0" destOrd="0"/>
        <dgm:cxn modelId="6" srcId="1" destId="12" srcOrd="0" destOrd="0"/>
        <dgm:cxn modelId="14" srcId="1" destId="13" srcOrd="0" destOrd="0"/>
      </dgm:cxnLst>
      <dgm:bg/>
      <dgm:whole/>
    </dgm:dataModel>
  </dgm:clrData>
  <dgm:layoutNode name="layout">
    <dgm:varLst>
      <dgm:chMax/>
      <dgm:chPref/>
      <dgm:dir/>
      <dgm:animOne val="branch"/>
      <dgm:animLvl val="lvl"/>
      <dgm:resizeHandles/>
    </dgm:varLst>
    <dgm:choose name="Name0">
      <dgm:if name="Name1" func="var" arg="dir" op="equ" val="norm">
        <dgm:alg type="hierChild">
          <dgm:param type="linDir" val="fromL"/>
        </dgm:alg>
      </dgm:if>
      <dgm:else name="Name2">
        <dgm:alg type="hierChild">
          <dgm:param type="linDir" val="fromL"/>
        </dgm:alg>
      </dgm:else>
    </dgm:choose>
    <dgm:shape xmlns:r="http://schemas.openxmlformats.org/officeDocument/2006/relationships" r:blip="">
      <dgm:adjLst/>
    </dgm:shape>
    <dgm:presOf/>
    <dgm:constrLst>
      <dgm:constr type="primFontSz" for="des" forName="rootText" op="equ" val="65"/>
      <dgm:constr type="primFontSz" for="des" forName="childText" op="equ" val="65"/>
      <dgm:constr type="primFontSz" for="des" forName="childText" refType="primFontSz" refFor="des" refForName="rootText" op="lte"/>
      <dgm:constr type="w" for="des" forName="rootComposite" refType="w" fact="4"/>
      <dgm:constr type="h" for="des" forName="rootComposite" refType="h"/>
      <dgm:constr type="w" for="des" forName="childComposite" refType="w" refFor="des" refForName="rootComposite"/>
      <dgm:constr type="h" for="des" forName="childComposite" refType="h" refFor="des" refForName="rootComposite"/>
      <dgm:constr type="sibSp" refType="w" refFor="des" refForName="rootComposite" fact="0.1"/>
      <dgm:constr type="sibSp" for="des" forName="childShape" refType="h" refFor="des" refForName="rootComposite" fact="0.12"/>
      <dgm:constr type="sp" for="des" forName="root" refType="h" refFor="des" refForName="rootComposite" fact="0.18"/>
    </dgm:constrLst>
    <dgm:ruleLst/>
    <dgm:forEach name="Name3" axis="ch">
      <dgm:forEach name="Name4" axis="self" ptType="node" cnt="1">
        <dgm:layoutNode name="root">
          <dgm:varLst>
            <dgm:chMax/>
            <dgm:chPref val="4"/>
          </dgm:varLst>
          <dgm:alg type="hierRoot"/>
          <dgm:shape xmlns:r="http://schemas.openxmlformats.org/officeDocument/2006/relationships" r:blip="">
            <dgm:adjLst/>
          </dgm:shape>
          <dgm:presOf/>
          <dgm:constrLst/>
          <dgm:ruleLst/>
          <dgm:layoutNode name="rootComposite">
            <dgm:varLst/>
            <dgm:alg type="composite"/>
            <dgm:shape xmlns:r="http://schemas.openxmlformats.org/officeDocument/2006/relationships" r:blip="">
              <dgm:adjLst/>
            </dgm:shape>
            <dgm:presOf axis="self" ptType="node" cnt="1"/>
            <dgm:constrLst>
              <dgm:constr type="l" for="ch" forName="rootText"/>
              <dgm:constr type="t" for="ch" forName="rootText"/>
              <dgm:constr type="w" for="ch" forName="rootText" refType="w"/>
              <dgm:constr type="h" for="ch" forName="rootText" refType="h"/>
            </dgm:constrLst>
            <dgm:ruleLst/>
            <dgm:layoutNode name="rootText" styleLbl="node0">
              <dgm:varLst>
                <dgm:chMax/>
                <dgm:chPref val="4"/>
              </dgm:varLst>
              <dgm:alg type="tx"/>
              <dgm:shape xmlns:r="http://schemas.openxmlformats.org/officeDocument/2006/relationships" type="roundRect" r:blip="">
                <dgm:adjLst>
                  <dgm:adj idx="1" val="0.1"/>
                </dgm:adjLst>
              </dgm:shape>
              <dgm:presOf axis="self" ptType="node" cnt="1"/>
              <dgm:constrLst>
                <dgm:constr type="tMarg" refType="primFontSz" fact="0.1"/>
                <dgm:constr type="bMarg" refType="primFontSz" fact="0.1"/>
                <dgm:constr type="lMarg" refType="primFontSz" fact="0.15"/>
                <dgm:constr type="rMarg" refType="primFontSz" fact="0.15"/>
              </dgm:constrLst>
              <dgm:ruleLst>
                <dgm:rule type="primFontSz" val="5" fact="NaN" max="NaN"/>
                <dgm:rule type="primFontSz" val="65" fact="NaN" max="NaN"/>
              </dgm:ruleLst>
            </dgm:layoutNode>
          </dgm:layoutNode>
          <dgm:layoutNode name="childShape">
            <dgm:varLst>
              <dgm:chMax val="0"/>
              <dgm:chPref val="0"/>
            </dgm:varLst>
            <dgm:alg type="hierChild">
              <dgm:param type="chAlign" val="r"/>
              <dgm:param type="linDir" val="fromT"/>
              <dgm:param type="fallback" val="2D"/>
            </dgm:alg>
            <dgm:shape xmlns:r="http://schemas.openxmlformats.org/officeDocument/2006/relationships" r:blip="">
              <dgm:adjLst/>
            </dgm:shape>
            <dgm:presOf/>
            <dgm:constrLst/>
            <dgm:ruleLst/>
            <dgm:forEach name="Name5" axis="ch">
              <dgm:forEach name="Name6" axis="self" ptType="node">
                <dgm:layoutNode name="childComposite">
                  <dgm:varLst>
                    <dgm:chMax val="0"/>
                    <dgm:chPref val="0"/>
                  </dgm:varLst>
                  <dgm:alg type="composite"/>
                  <dgm:shape xmlns:r="http://schemas.openxmlformats.org/officeDocument/2006/relationships" r:blip="">
                    <dgm:adjLst/>
                  </dgm:shape>
                  <dgm:presOf/>
                  <dgm:choose name="Name7">
                    <dgm:if name="Name8" func="var" arg="dir" op="equ" val="norm">
                      <dgm:constrLst>
                        <dgm:constr type="w" for="ch" forName="Image" refType="h"/>
                        <dgm:constr type="h" for="ch" forName="Image" refType="h"/>
                        <dgm:constr type="l" for="ch" forName="Image"/>
                        <dgm:constr type="t" for="ch" forName="Image"/>
                        <dgm:constr type="h" for="ch" forName="childText" refType="h"/>
                        <dgm:constr type="l" for="ch" forName="childText" refType="w" refFor="ch" refForName="Image" fact="1.06"/>
                        <dgm:constr type="t" for="ch" forName="childText"/>
                      </dgm:constrLst>
                    </dgm:if>
                    <dgm:else name="Name9">
                      <dgm:constrLst>
                        <dgm:constr type="w" for="ch" forName="Image" refType="h"/>
                        <dgm:constr type="h" for="ch" forName="Image" refType="h"/>
                        <dgm:constr type="r" for="ch" forName="Image" refType="w"/>
                        <dgm:constr type="t" for="ch" forName="Image"/>
                        <dgm:constr type="h" for="ch" forName="childText" refType="h"/>
                        <dgm:constr type="t" for="ch" forName="childText"/>
                        <dgm:constr type="wOff" for="ch" forName="childText" refType="w" refFor="ch" refForName="Image" fact="-1.06"/>
                      </dgm:constrLst>
                    </dgm:else>
                  </dgm:choose>
                  <dgm:ruleLst/>
                  <dgm:layoutNode name="Image" styleLbl="node1">
                    <dgm:alg type="sp"/>
                    <dgm:shape xmlns:r="http://schemas.openxmlformats.org/officeDocument/2006/relationships" type="roundRect" r:blip="" blipPhldr="1">
                      <dgm:adjLst>
                        <dgm:adj idx="1" val="0.1667"/>
                      </dgm:adjLst>
                    </dgm:shape>
                    <dgm:presOf/>
                  </dgm:layoutNode>
                  <dgm:layoutNode name="childText" styleLbl="lnNode1">
                    <dgm:varLst>
                      <dgm:chMax val="0"/>
                      <dgm:chPref val="0"/>
                      <dgm:bulletEnabled val="1"/>
                    </dgm:varLst>
                    <dgm:alg type="tx"/>
                    <dgm:shape xmlns:r="http://schemas.openxmlformats.org/officeDocument/2006/relationships" type="roundRect" r:blip="">
                      <dgm:adjLst>
                        <dgm:adj idx="1" val="0.1667"/>
                      </dgm:adjLst>
                    </dgm:shape>
                    <dgm:presOf axis="self desOrSelf" ptType="node node" st="1 1" cnt="1 0"/>
                    <dgm:ruleLst>
                      <dgm:rule type="primFontSz" val="5" fact="NaN" max="NaN"/>
                    </dgm:ruleLst>
                  </dgm:layoutNode>
                </dgm:layoutNode>
              </dgm:forEach>
            </dgm:forEach>
          </dgm:layoutNode>
        </dgm:layoutNode>
      </dgm:forEach>
    </dgm:forEach>
  </dgm:layoutNode>
</dgm:layoutDef>
</file>

<file path=ppt/diagrams/layout3.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layout4.xml><?xml version="1.0" encoding="utf-8"?>
<dgm:layoutDef xmlns:dgm="http://schemas.openxmlformats.org/drawingml/2006/diagram" xmlns:a="http://schemas.openxmlformats.org/drawingml/2006/main" uniqueId="urn:microsoft.com/office/officeart/2008/layout/HorizontalMultiLevelHierarchy">
  <dgm:title val=""/>
  <dgm:desc val=""/>
  <dgm:catLst>
    <dgm:cat type="hierarchy" pri="4600"/>
  </dgm:catLst>
  <dgm:samp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sampData>
  <dgm:styleData>
    <dgm:dataModel>
      <dgm:ptLst>
        <dgm:pt modelId="0" type="doc"/>
        <dgm:pt modelId="1">
          <dgm:prSet phldr="1"/>
        </dgm:pt>
        <dgm:pt modelId="11">
          <dgm:prSet phldr="1"/>
        </dgm:pt>
        <dgm:pt modelId="12">
          <dgm:prSet phldr="1"/>
        </dgm:pt>
      </dgm:ptLst>
      <dgm:cxnLst>
        <dgm:cxn modelId="2" srcId="0" destId="1" srcOrd="0" destOrd="0"/>
        <dgm:cxn modelId="3" srcId="1" destId="11" srcOrd="0" destOrd="0"/>
        <dgm:cxn modelId="4" srcId="1" destId="12" srcOrd="1" destOrd="0"/>
      </dgm:cxnLst>
      <dgm:bg/>
      <dgm:whole/>
    </dgm:dataModel>
  </dgm:styleData>
  <dgm:clrData>
    <dgm:dataModel>
      <dgm:ptLst>
        <dgm:pt modelId="0" type="doc"/>
        <dgm:pt modelId="1">
          <dgm:prSet phldr="1"/>
        </dgm:pt>
        <dgm:pt modelId="11">
          <dgm:prSet phldr="1"/>
        </dgm:pt>
        <dgm:pt modelId="12">
          <dgm:prSet phldr="1"/>
        </dgm:pt>
        <dgm:pt modelId="13">
          <dgm:prSet phldr="1"/>
        </dgm:pt>
      </dgm:ptLst>
      <dgm:cxnLst>
        <dgm:cxn modelId="2" srcId="0" destId="1" srcOrd="0" destOrd="0"/>
        <dgm:cxn modelId="3" srcId="1" destId="11" srcOrd="0" destOrd="0"/>
        <dgm:cxn modelId="4" srcId="1" destId="12" srcOrd="1" destOrd="0"/>
        <dgm:cxn modelId="5" srcId="1" destId="13" srcOrd="2" destOrd="0"/>
      </dgm:cxnLst>
      <dgm:bg/>
      <dgm:whole/>
    </dgm:dataModel>
  </dgm:clrData>
  <dgm:layoutNode name="Name0">
    <dgm:varLst>
      <dgm:chPref val="1"/>
      <dgm:dir/>
      <dgm:animOne val="branch"/>
      <dgm:animLvl val="lvl"/>
      <dgm:resizeHandles val="exact"/>
    </dgm:varLst>
    <dgm:choose name="Name1">
      <dgm:if name="Name2" func="var" arg="dir" op="equ" val="norm">
        <dgm:alg type="hierChild">
          <dgm:param type="linDir" val="fromT"/>
          <dgm:param type="chAlign" val="l"/>
        </dgm:alg>
      </dgm:if>
      <dgm:else name="Name3">
        <dgm:alg type="hierChild">
          <dgm:param type="linDir" val="fromT"/>
          <dgm:param type="chAlign" val="r"/>
        </dgm:alg>
      </dgm:else>
    </dgm:choose>
    <dgm:shape xmlns:r="http://schemas.openxmlformats.org/officeDocument/2006/relationships" r:blip="">
      <dgm:adjLst/>
    </dgm:shape>
    <dgm:presOf/>
    <dgm:constrLst>
      <dgm:constr type="h" for="des" forName="LevelOneTextNode" refType="h"/>
      <dgm:constr type="w" for="des" forName="LevelOneTextNode" refType="h" refFor="des" refForName="LevelOneTextNode" fact="0.19"/>
      <dgm:constr type="h" for="des" forName="LevelTwoTextNode" refType="w" refFor="des" refForName="LevelOneTextNode"/>
      <dgm:constr type="w" for="des" forName="LevelTwoTextNode" refType="h" refFor="des" refForName="LevelTwoTextNode" fact="3.28"/>
      <dgm:constr type="sibSp" refType="h" refFor="des" refForName="LevelTwoTextNode" op="equ" fact="0.25"/>
      <dgm:constr type="sibSp" for="des" forName="level2hierChild" refType="h" refFor="des" refForName="LevelTwoTextNode" op="equ" fact="0.25"/>
      <dgm:constr type="sibSp" for="des" forName="level3hierChild" refType="h" refFor="des" refForName="LevelTwoTextNode" op="equ" fact="0.25"/>
      <dgm:constr type="sp" for="des" forName="root1" refType="w" refFor="des" refForName="LevelTwoTextNode" fact="0.2"/>
      <dgm:constr type="sp" for="des" forName="root2" refType="sp" refFor="des" refForName="root1" op="equ"/>
      <dgm:constr type="primFontSz" for="des" forName="LevelOneTextNode" op="equ" val="65"/>
      <dgm:constr type="primFontSz" for="des" forName="LevelTwoTextNode" op="equ" val="65"/>
      <dgm:constr type="primFontSz" for="des" forName="LevelTwoTextNode" refType="primFontSz" refFor="des" refForName="LevelOneTextNode" op="lte"/>
      <dgm:constr type="primFontSz" for="des" forName="connTx" op="equ" val="50"/>
      <dgm:constr type="primFontSz" for="des" forName="connTx" refType="primFontSz" refFor="des" refForName="LevelOneTextNode" op="lte" fact="0.78"/>
    </dgm:constrLst>
    <dgm:forEach name="Name4" axis="ch">
      <dgm:forEach name="Name5" axis="self" ptType="node">
        <dgm:layoutNode name="root1">
          <dgm:choose name="Name6">
            <dgm:if name="Name7" func="var" arg="dir" op="equ" val="norm">
              <dgm:alg type="hierRoot">
                <dgm:param type="hierAlign" val="lCtrCh"/>
              </dgm:alg>
            </dgm:if>
            <dgm:else name="Name8">
              <dgm:alg type="hierRoot">
                <dgm:param type="hierAlign" val="rCtrCh"/>
              </dgm:alg>
            </dgm:else>
          </dgm:choose>
          <dgm:shape xmlns:r="http://schemas.openxmlformats.org/officeDocument/2006/relationships" r:blip="">
            <dgm:adjLst/>
          </dgm:shape>
          <dgm:presOf/>
          <dgm:layoutNode name="LevelOneTextNode" styleLbl="node0">
            <dgm:varLst>
              <dgm:chPref val="3"/>
            </dgm:varLst>
            <dgm:alg type="tx">
              <dgm:param type="autoTxRot" val="grav"/>
            </dgm:alg>
            <dgm:choose name="Name9">
              <dgm:if name="Name10" func="var" arg="dir" op="equ" val="norm">
                <dgm:shape xmlns:r="http://schemas.openxmlformats.org/officeDocument/2006/relationships" rot="270" type="rect" r:blip="">
                  <dgm:adjLst/>
                </dgm:shape>
              </dgm:if>
              <dgm:else name="Name11">
                <dgm:shape xmlns:r="http://schemas.openxmlformats.org/officeDocument/2006/relationships" rot="90" type="rect" r:blip="">
                  <dgm:adjLst/>
                </dgm:shape>
              </dgm:else>
            </dgm:choos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2hierChild">
            <dgm:choose name="Name12">
              <dgm:if name="Name13" func="var" arg="dir" op="equ" val="norm">
                <dgm:alg type="hierChild">
                  <dgm:param type="linDir" val="fromT"/>
                  <dgm:param type="chAlign" val="l"/>
                </dgm:alg>
              </dgm:if>
              <dgm:else name="Name14">
                <dgm:alg type="hierChild">
                  <dgm:param type="linDir" val="fromT"/>
                  <dgm:param type="chAlign" val="r"/>
                </dgm:alg>
              </dgm:else>
            </dgm:choose>
            <dgm:shape xmlns:r="http://schemas.openxmlformats.org/officeDocument/2006/relationships" r:blip="">
              <dgm:adjLst/>
            </dgm:shape>
            <dgm:presOf/>
            <dgm:forEach name="repeat" axis="ch">
              <dgm:forEach name="Name15" axis="self" ptType="parTrans" cnt="1">
                <dgm:layoutNode name="conn2-1">
                  <dgm:choose name="Name16">
                    <dgm:if name="Name17" func="var" arg="dir" op="equ" val="norm">
                      <dgm:alg type="conn">
                        <dgm:param type="dim" val="1D"/>
                        <dgm:param type="begPts" val="midR"/>
                        <dgm:param type="endPts" val="midL"/>
                        <dgm:param type="endSty" val="noArr"/>
                        <dgm:param type="connRout" val="bend"/>
                      </dgm:alg>
                    </dgm:if>
                    <dgm:else name="Name18">
                      <dgm:alg type="conn">
                        <dgm:param type="dim" val="1D"/>
                        <dgm:param type="begPts" val="midL"/>
                        <dgm:param type="endPts" val="midR"/>
                        <dgm:param type="endSty" val="noArr"/>
                        <dgm:param type="connRout" val="bend"/>
                      </dgm:alg>
                    </dgm:else>
                  </dgm:choose>
                  <dgm:shape xmlns:r="http://schemas.openxmlformats.org/officeDocument/2006/relationships" type="conn" r:blip="" zOrderOff="-99999">
                    <dgm:adjLst/>
                  </dgm:shape>
                  <dgm:presOf axis="self"/>
                  <dgm:constrLst>
                    <dgm:constr type="w" val="1"/>
                    <dgm:constr type="h" val="5"/>
                    <dgm:constr type="connDist"/>
                    <dgm:constr type="begPad"/>
                    <dgm:constr type="endPad"/>
                    <dgm:constr type="userA" for="ch" refType="connDist"/>
                  </dgm:constrLst>
                  <dgm:layoutNode name="connTx">
                    <dgm:alg type="tx">
                      <dgm:param type="autoTxRot" val="grav"/>
                    </dgm:alg>
                    <dgm:shape xmlns:r="http://schemas.openxmlformats.org/officeDocument/2006/relationships" type="rect" r:blip="" hideGeom="1">
                      <dgm:adjLst/>
                    </dgm:shape>
                    <dgm:presOf axis="self"/>
                    <dgm:constrLst>
                      <dgm:constr type="userA"/>
                      <dgm:constr type="w" refType="userA" fact="0.05"/>
                      <dgm:constr type="h" refType="userA" fact="0.05"/>
                      <dgm:constr type="lMarg" val="1"/>
                      <dgm:constr type="rMarg" val="1"/>
                      <dgm:constr type="tMarg"/>
                      <dgm:constr type="bMarg"/>
                    </dgm:constrLst>
                    <dgm:ruleLst>
                      <dgm:rule type="h" val="NaN" fact="0.25" max="NaN"/>
                      <dgm:rule type="w" val="NaN" fact="0.8" max="NaN"/>
                      <dgm:rule type="primFontSz" val="5" fact="NaN" max="NaN"/>
                    </dgm:ruleLst>
                  </dgm:layoutNode>
                </dgm:layoutNode>
              </dgm:forEach>
              <dgm:forEach name="Name19" axis="self" ptType="node">
                <dgm:layoutNode name="root2">
                  <dgm:choose name="Name20">
                    <dgm:if name="Name21" func="var" arg="dir" op="equ" val="norm">
                      <dgm:alg type="hierRoot">
                        <dgm:param type="hierAlign" val="lCtrCh"/>
                      </dgm:alg>
                    </dgm:if>
                    <dgm:else name="Name22">
                      <dgm:alg type="hierRoot">
                        <dgm:param type="hierAlign" val="rCtrCh"/>
                      </dgm:alg>
                    </dgm:else>
                  </dgm:choose>
                  <dgm:shape xmlns:r="http://schemas.openxmlformats.org/officeDocument/2006/relationships" r:blip="">
                    <dgm:adjLst/>
                  </dgm:shape>
                  <dgm:presOf/>
                  <dgm:layoutNode name="LevelTwoTextNode">
                    <dgm:varLst>
                      <dgm:chPref val="3"/>
                    </dgm:varLst>
                    <dgm:alg type="tx"/>
                    <dgm:shape xmlns:r="http://schemas.openxmlformats.org/officeDocument/2006/relationships" type="rect" r:blip="">
                      <dgm:adjLst/>
                    </dgm:shape>
                    <dgm:presOf axis="self"/>
                    <dgm:constrLst>
                      <dgm:constr type="tMarg" refType="primFontSz" fact="0.05"/>
                      <dgm:constr type="bMarg" refType="primFontSz" fact="0.05"/>
                      <dgm:constr type="lMarg" refType="primFontSz" fact="0.05"/>
                      <dgm:constr type="rMarg" refType="primFontSz" fact="0.05"/>
                    </dgm:constrLst>
                    <dgm:ruleLst>
                      <dgm:rule type="primFontSz" val="2" fact="NaN" max="NaN"/>
                    </dgm:ruleLst>
                  </dgm:layoutNode>
                  <dgm:layoutNode name="level3hierChild">
                    <dgm:choose name="Name23">
                      <dgm:if name="Name24" func="var" arg="dir" op="equ" val="norm">
                        <dgm:alg type="hierChild">
                          <dgm:param type="linDir" val="fromT"/>
                          <dgm:param type="chAlign" val="l"/>
                        </dgm:alg>
                      </dgm:if>
                      <dgm:else name="Name25">
                        <dgm:alg type="hierChild">
                          <dgm:param type="linDir" val="fromT"/>
                          <dgm:param type="chAlign" val="r"/>
                        </dgm:alg>
                      </dgm:else>
                    </dgm:choose>
                    <dgm:shape xmlns:r="http://schemas.openxmlformats.org/officeDocument/2006/relationships" r:blip="">
                      <dgm:adjLst/>
                    </dgm:shape>
                    <dgm:presOf/>
                    <dgm:forEach name="Name26" ref="repeat"/>
                  </dgm:layoutNode>
                </dgm:layoutNode>
              </dgm:forEach>
            </dgm:forEach>
          </dgm:layoutNode>
        </dgm:layoutNode>
      </dgm:forEach>
    </dgm:forEach>
  </dgm:layoutNode>
</dgm:layoutDef>
</file>

<file path=ppt/diagrams/quickStyle1.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2.xml><?xml version="1.0" encoding="utf-8"?>
<dgm:styleDef xmlns:dgm="http://schemas.openxmlformats.org/drawingml/2006/diagram" xmlns:a="http://schemas.openxmlformats.org/drawingml/2006/main" uniqueId="urn:microsoft.com/office/officeart/2005/8/quickstyle/simple5">
  <dgm:title val=""/>
  <dgm:desc val=""/>
  <dgm:catLst>
    <dgm:cat type="simple" pri="10500"/>
  </dgm:catLst>
  <dgm:scene3d>
    <a:camera prst="orthographicFront"/>
    <a:lightRig rig="threePt" dir="t"/>
  </dgm:scene3d>
  <dgm:styleLbl name="node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ln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vennNode1">
    <dgm:scene3d>
      <a:camera prst="orthographicFront"/>
      <a:lightRig rig="threePt" dir="t"/>
    </dgm:scene3d>
    <dgm:sp3d/>
    <dgm:txPr/>
    <dgm:style>
      <a:lnRef idx="0">
        <a:scrgbClr r="0" g="0" b="0"/>
      </a:lnRef>
      <a:fillRef idx="3">
        <a:scrgbClr r="0" g="0" b="0"/>
      </a:fillRef>
      <a:effectRef idx="3">
        <a:scrgbClr r="0" g="0" b="0"/>
      </a:effectRef>
      <a:fontRef idx="minor">
        <a:schemeClr val="tx1"/>
      </a:fontRef>
    </dgm:style>
  </dgm:styleLbl>
  <dgm:styleLbl name="alignNode1">
    <dgm:scene3d>
      <a:camera prst="orthographicFront"/>
      <a:lightRig rig="threePt" dir="t"/>
    </dgm:scene3d>
    <dgm:sp3d/>
    <dgm:txPr/>
    <dgm:style>
      <a:lnRef idx="1">
        <a:scrgbClr r="0" g="0" b="0"/>
      </a:lnRef>
      <a:fillRef idx="3">
        <a:scrgbClr r="0" g="0" b="0"/>
      </a:fillRef>
      <a:effectRef idx="3">
        <a:scrgbClr r="0" g="0" b="0"/>
      </a:effectRef>
      <a:fontRef idx="minor">
        <a:schemeClr val="lt1"/>
      </a:fontRef>
    </dgm:style>
  </dgm:styleLbl>
  <dgm:styleLbl name="node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node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align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bgImgPlace1">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1">
        <a:scrgbClr r="0" g="0" b="0"/>
      </a:lnRef>
      <a:fillRef idx="0">
        <a:scrgbClr r="0" g="0" b="0"/>
      </a:fillRef>
      <a:effectRef idx="1">
        <a:scrgbClr r="0" g="0" b="0"/>
      </a:effectRef>
      <a:fontRef idx="minor"/>
    </dgm:style>
  </dgm:styleLbl>
  <dgm:styleLbl name="asst0">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asst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1">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2">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3">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2D4">
    <dgm:scene3d>
      <a:camera prst="orthographicFront"/>
      <a:lightRig rig="threePt" dir="t"/>
    </dgm:scene3d>
    <dgm:sp3d/>
    <dgm:txPr/>
    <dgm:style>
      <a:lnRef idx="0">
        <a:scrgbClr r="0" g="0" b="0"/>
      </a:lnRef>
      <a:fillRef idx="3">
        <a:scrgbClr r="0" g="0" b="0"/>
      </a:fillRef>
      <a:effectRef idx="3">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con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FgAcc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solidAlign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solidBgAcc1">
    <dgm:scene3d>
      <a:camera prst="orthographicFront"/>
      <a:lightRig rig="threePt" dir="t"/>
    </dgm:scene3d>
    <dgm:sp3d/>
    <dgm:txPr/>
    <dgm:style>
      <a:lnRef idx="1">
        <a:scrgbClr r="0" g="0" b="0"/>
      </a:lnRef>
      <a:fillRef idx="1">
        <a:scrgbClr r="0" g="0" b="0"/>
      </a:fillRef>
      <a:effectRef idx="3">
        <a:scrgbClr r="0" g="0" b="0"/>
      </a:effectRef>
      <a:fontRef idx="minor"/>
    </dgm:style>
  </dgm:styleLbl>
  <dgm:styleLbl name="f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align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AccFollowNode1">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0">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2">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3">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fgAcc4">
    <dgm:scene3d>
      <a:camera prst="orthographicFront"/>
      <a:lightRig rig="threePt" dir="t"/>
    </dgm:scene3d>
    <dgm:sp3d/>
    <dgm:txPr/>
    <dgm:style>
      <a:lnRef idx="1">
        <a:scrgbClr r="0" g="0" b="0"/>
      </a:lnRef>
      <a:fillRef idx="1">
        <a:scrgbClr r="0" g="0" b="0"/>
      </a:fillRef>
      <a:effectRef idx="2">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2">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3">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0">
        <a:scrgbClr r="0" g="0" b="0"/>
      </a:lnRef>
      <a:fillRef idx="3">
        <a:scrgbClr r="0" g="0" b="0"/>
      </a:fillRef>
      <a:effectRef idx="3">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3.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diagrams/quickStyle4.xml><?xml version="1.0" encoding="utf-8"?>
<dgm:styleDef xmlns:dgm="http://schemas.openxmlformats.org/drawingml/2006/diagram" xmlns:a="http://schemas.openxmlformats.org/drawingml/2006/main" uniqueId="urn:microsoft.com/office/officeart/2005/8/quickstyle/simple1">
  <dgm:title val=""/>
  <dgm:desc val=""/>
  <dgm:catLst>
    <dgm:cat type="simple" pri="10100"/>
  </dgm:catLst>
  <dgm:scene3d>
    <a:camera prst="orthographicFront"/>
    <a:lightRig rig="threePt" dir="t"/>
  </dgm:scene3d>
  <dgm:styleLbl name="node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l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vennNode1">
    <dgm:scene3d>
      <a:camera prst="orthographicFront"/>
      <a:lightRig rig="threePt" dir="t"/>
    </dgm:scene3d>
    <dgm:sp3d/>
    <dgm:txPr/>
    <dgm:style>
      <a:lnRef idx="2">
        <a:scrgbClr r="0" g="0" b="0"/>
      </a:lnRef>
      <a:fillRef idx="1">
        <a:scrgbClr r="0" g="0" b="0"/>
      </a:fillRef>
      <a:effectRef idx="0">
        <a:scrgbClr r="0" g="0" b="0"/>
      </a:effectRef>
      <a:fontRef idx="minor">
        <a:schemeClr val="tx1"/>
      </a:fontRef>
    </dgm:style>
  </dgm:styleLbl>
  <dgm:styleLbl name="align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node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f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ImgPlac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f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bgSibTrans2D1">
    <dgm:scene3d>
      <a:camera prst="orthographicFront"/>
      <a:lightRig rig="threePt" dir="t"/>
    </dgm:scene3d>
    <dgm:sp3d/>
    <dgm:txPr/>
    <dgm:style>
      <a:lnRef idx="0">
        <a:scrgbClr r="0" g="0" b="0"/>
      </a:lnRef>
      <a:fillRef idx="1">
        <a:scrgbClr r="0" g="0" b="0"/>
      </a:fillRef>
      <a:effectRef idx="0">
        <a:scrgbClr r="0" g="0" b="0"/>
      </a:effectRef>
      <a:fontRef idx="minor">
        <a:schemeClr val="lt1"/>
      </a:fontRef>
    </dgm:style>
  </dgm:styleLbl>
  <dgm:styleLbl name="sibTrans1D1">
    <dgm:scene3d>
      <a:camera prst="orthographicFront"/>
      <a:lightRig rig="threePt" dir="t"/>
    </dgm:scene3d>
    <dgm:sp3d/>
    <dgm:txPr/>
    <dgm:style>
      <a:lnRef idx="1">
        <a:scrgbClr r="0" g="0" b="0"/>
      </a:lnRef>
      <a:fillRef idx="0">
        <a:scrgbClr r="0" g="0" b="0"/>
      </a:fillRef>
      <a:effectRef idx="0">
        <a:scrgbClr r="0" g="0" b="0"/>
      </a:effectRef>
      <a:fontRef idx="minor"/>
    </dgm:style>
  </dgm:styleLbl>
  <dgm:styleLbl name="callout">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sst0">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asst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1">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2">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3">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2D4">
    <dgm:scene3d>
      <a:camera prst="orthographicFront"/>
      <a:lightRig rig="threePt" dir="t"/>
    </dgm:scene3d>
    <dgm:sp3d/>
    <dgm:txPr/>
    <dgm:style>
      <a:lnRef idx="2">
        <a:scrgbClr r="0" g="0" b="0"/>
      </a:lnRef>
      <a:fillRef idx="1">
        <a:scrgbClr r="0" g="0" b="0"/>
      </a:fillRef>
      <a:effectRef idx="0">
        <a:scrgbClr r="0" g="0" b="0"/>
      </a:effectRef>
      <a:fontRef idx="minor">
        <a:schemeClr val="lt1"/>
      </a:fontRef>
    </dgm:style>
  </dgm:styleLbl>
  <dgm:styleLbl name="parChTrans1D1">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2">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3">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parChTrans1D4">
    <dgm:scene3d>
      <a:camera prst="orthographicFront"/>
      <a:lightRig rig="threePt" dir="t"/>
    </dgm:scene3d>
    <dgm:sp3d/>
    <dgm:txPr/>
    <dgm:style>
      <a:lnRef idx="2">
        <a:scrgbClr r="0" g="0" b="0"/>
      </a:lnRef>
      <a:fillRef idx="0">
        <a:scrgbClr r="0" g="0" b="0"/>
      </a:fillRef>
      <a:effectRef idx="0">
        <a:scrgbClr r="0" g="0" b="0"/>
      </a:effectRef>
      <a:fontRef idx="minor"/>
    </dgm:style>
  </dgm:styleLbl>
  <dgm:styleLbl name="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con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trAlignAcc1">
    <dgm:scene3d>
      <a:camera prst="orthographicFront"/>
      <a:lightRig rig="threePt" dir="t"/>
    </dgm:scene3d>
    <dgm:sp3d/>
    <dgm:txPr/>
    <dgm:style>
      <a:lnRef idx="1">
        <a:scrgbClr r="0" g="0" b="0"/>
      </a:lnRef>
      <a:fillRef idx="1">
        <a:scrgbClr r="0" g="0" b="0"/>
      </a:fillRef>
      <a:effectRef idx="0">
        <a:scrgbClr r="0" g="0" b="0"/>
      </a:effectRef>
      <a:fontRef idx="minor"/>
    </dgm:style>
  </dgm:styleLbl>
  <dgm:styleLbl name="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F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Align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solidBgAcc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align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AccFollowNode1">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0">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2">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3">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fgAcc4">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dk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trBgShp">
    <dgm:scene3d>
      <a:camera prst="orthographicFront"/>
      <a:lightRig rig="threePt" dir="t"/>
    </dgm:scene3d>
    <dgm:sp3d/>
    <dgm:txPr/>
    <dgm:style>
      <a:lnRef idx="0">
        <a:scrgbClr r="0" g="0" b="0"/>
      </a:lnRef>
      <a:fillRef idx="1">
        <a:scrgbClr r="0" g="0" b="0"/>
      </a:fillRef>
      <a:effectRef idx="0">
        <a:scrgbClr r="0" g="0" b="0"/>
      </a:effectRef>
      <a:fontRef idx="minor"/>
    </dgm:style>
  </dgm:styleLbl>
  <dgm:styleLbl name="fgShp">
    <dgm:scene3d>
      <a:camera prst="orthographicFront"/>
      <a:lightRig rig="threePt" dir="t"/>
    </dgm:scene3d>
    <dgm:sp3d/>
    <dgm:txPr/>
    <dgm:style>
      <a:lnRef idx="2">
        <a:scrgbClr r="0" g="0" b="0"/>
      </a:lnRef>
      <a:fillRef idx="1">
        <a:scrgbClr r="0" g="0" b="0"/>
      </a:fillRef>
      <a:effectRef idx="0">
        <a:scrgbClr r="0" g="0" b="0"/>
      </a:effectRef>
      <a:fontRef idx="minor"/>
    </dgm:style>
  </dgm:styleLbl>
  <dgm:styleLbl name="revTx">
    <dgm:scene3d>
      <a:camera prst="orthographicFront"/>
      <a:lightRig rig="threePt" dir="t"/>
    </dgm:scene3d>
    <dgm:sp3d/>
    <dgm:txPr/>
    <dgm:style>
      <a:lnRef idx="0">
        <a:scrgbClr r="0" g="0" b="0"/>
      </a:lnRef>
      <a:fillRef idx="0">
        <a:scrgbClr r="0" g="0" b="0"/>
      </a:fillRef>
      <a:effectRef idx="0">
        <a:scrgbClr r="0" g="0" b="0"/>
      </a:effectRef>
      <a:fontRef idx="minor"/>
    </dgm:style>
  </dgm:styleLbl>
</dgm:styleDef>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accent1"/>
          </a:solidFill>
          <a:ln w="12700">
            <a:solidFill>
              <a:srgbClr val="FFFFFF"/>
            </a:solidFill>
          </a:ln>
        </p:spPr>
        <p:style>
          <a:lnRef idx="2">
            <a:schemeClr val="accent1">
              <a:shade val="50000"/>
            </a:schemeClr>
          </a:lnRef>
          <a:fillRef idx="1">
            <a:schemeClr val="accent1"/>
          </a:fillRef>
          <a:effectRef idx="0">
            <a:schemeClr val="accent1"/>
          </a:effectRef>
          <a:fontRef idx="minor">
            <a:schemeClr val="lt1"/>
          </a:fontRef>
        </p:style>
      </p:sp>
      <p:sp>
        <p:nvSpPr>
          <p:cNvPr id="2" name="Title 1"/>
          <p:cNvSpPr>
            <a:spLocks noGrp="1"/>
          </p:cNvSpPr>
          <p:nvPr>
            <p:ph type="ctrTitle"/>
          </p:nvPr>
        </p:nvSpPr>
        <p:spPr>
          <a:xfrm>
            <a:off x="1109980" y="882376"/>
            <a:ext cx="9966960" cy="2926080"/>
          </a:xfrm>
        </p:spPr>
        <p:txBody>
          <a:bodyPr anchor="b">
            <a:normAutofit/>
          </a:bodyPr>
          <a:lstStyle>
            <a:lvl1pPr algn="ctr">
              <a:lnSpc>
                <a:spcPct val="85000"/>
              </a:lnSpc>
              <a:defRPr sz="7200" b="1" cap="all" baseline="0">
                <a:solidFill>
                  <a:srgbClr val="FFFFFF"/>
                </a:solidFill>
              </a:defRPr>
            </a:lvl1pPr>
          </a:lstStyle>
          <a:p>
            <a:r>
              <a:rPr lang="ru-RU"/>
              <a:t>Образец заголовка</a:t>
            </a:r>
            <a:endParaRPr lang="en-US" dirty="0"/>
          </a:p>
        </p:txBody>
      </p:sp>
      <p:sp>
        <p:nvSpPr>
          <p:cNvPr id="3" name="Subtitle 2"/>
          <p:cNvSpPr>
            <a:spLocks noGrp="1"/>
          </p:cNvSpPr>
          <p:nvPr>
            <p:ph type="subTitle" idx="1"/>
          </p:nvPr>
        </p:nvSpPr>
        <p:spPr>
          <a:xfrm>
            <a:off x="1709530" y="3869634"/>
            <a:ext cx="8767860" cy="1388165"/>
          </a:xfrm>
        </p:spPr>
        <p:txBody>
          <a:bodyPr>
            <a:normAutofit/>
          </a:bodyPr>
          <a:lstStyle>
            <a:lvl1pPr marL="0" indent="0" algn="ctr">
              <a:buNone/>
              <a:defRPr sz="2200">
                <a:solidFill>
                  <a:srgbClr val="FFFFFF"/>
                </a:solidFill>
              </a:defRPr>
            </a:lvl1pPr>
            <a:lvl2pPr marL="457200" indent="0" algn="ctr">
              <a:buNone/>
              <a:defRPr sz="2200"/>
            </a:lvl2pPr>
            <a:lvl3pPr marL="914400" indent="0" algn="ctr">
              <a:buNone/>
              <a:defRPr sz="2200"/>
            </a:lvl3pPr>
            <a:lvl4pPr marL="1371600" indent="0" algn="ctr">
              <a:buNone/>
              <a:defRPr sz="2000"/>
            </a:lvl4pPr>
            <a:lvl5pPr marL="1828800" indent="0" algn="ctr">
              <a:buNone/>
              <a:defRPr sz="2000"/>
            </a:lvl5pPr>
            <a:lvl6pPr marL="2286000" indent="0" algn="ctr">
              <a:buNone/>
              <a:defRPr sz="2000"/>
            </a:lvl6pPr>
            <a:lvl7pPr marL="2743200" indent="0" algn="ctr">
              <a:buNone/>
              <a:defRPr sz="2000"/>
            </a:lvl7pPr>
            <a:lvl8pPr marL="3200400" indent="0" algn="ctr">
              <a:buNone/>
              <a:defRPr sz="2000"/>
            </a:lvl8pPr>
            <a:lvl9pPr marL="3657600" indent="0" algn="ctr">
              <a:buNone/>
              <a:defRPr sz="2000"/>
            </a:lvl9pPr>
          </a:lstStyle>
          <a:p>
            <a:r>
              <a:rPr lang="ru-RU"/>
              <a:t>Образец подзаголовка</a:t>
            </a:r>
            <a:endParaRPr lang="en-US" dirty="0"/>
          </a:p>
        </p:txBody>
      </p:sp>
      <p:sp>
        <p:nvSpPr>
          <p:cNvPr id="4" name="Date Placeholder 3"/>
          <p:cNvSpPr>
            <a:spLocks noGrp="1"/>
          </p:cNvSpPr>
          <p:nvPr>
            <p:ph type="dt" sz="half" idx="10"/>
          </p:nvPr>
        </p:nvSpPr>
        <p:spPr/>
        <p:txBody>
          <a:bodyPr/>
          <a:lstStyle>
            <a:lvl1pPr>
              <a:defRPr>
                <a:solidFill>
                  <a:srgbClr val="FFFFFF"/>
                </a:solidFill>
              </a:defRPr>
            </a:lvl1pPr>
          </a:lstStyle>
          <a:p>
            <a:fld id="{96DFF08F-DC6B-4601-B491-B0F83F6DD2DA}" type="datetimeFigureOut">
              <a:rPr lang="en-US" dirty="0"/>
              <a:t>12/17/2025</a:t>
            </a:fld>
            <a:endParaRPr lang="en-US" dirty="0"/>
          </a:p>
        </p:txBody>
      </p:sp>
      <p:sp>
        <p:nvSpPr>
          <p:cNvPr id="5" name="Footer Placeholder 4"/>
          <p:cNvSpPr>
            <a:spLocks noGrp="1"/>
          </p:cNvSpPr>
          <p:nvPr>
            <p:ph type="ftr" sz="quarter" idx="11"/>
          </p:nvPr>
        </p:nvSpPr>
        <p:spPr/>
        <p:txBody>
          <a:bodyPr/>
          <a:lstStyle>
            <a:lvl1pPr>
              <a:defRPr>
                <a:solidFill>
                  <a:srgbClr val="FFFFFF"/>
                </a:solidFill>
              </a:defRPr>
            </a:lvl1pPr>
          </a:lstStyle>
          <a:p>
            <a:endParaRPr lang="en-US" dirty="0"/>
          </a:p>
        </p:txBody>
      </p:sp>
      <p:sp>
        <p:nvSpPr>
          <p:cNvPr id="6" name="Slide Number Placeholder 5"/>
          <p:cNvSpPr>
            <a:spLocks noGrp="1"/>
          </p:cNvSpPr>
          <p:nvPr>
            <p:ph type="sldNum" sz="quarter" idx="12"/>
          </p:nvPr>
        </p:nvSpPr>
        <p:spPr/>
        <p:txBody>
          <a:bodyPr/>
          <a:lstStyle>
            <a:lvl1pPr>
              <a:defRPr>
                <a:solidFill>
                  <a:srgbClr val="FFFFFF"/>
                </a:solidFill>
              </a:defRPr>
            </a:lvl1pPr>
          </a:lstStyle>
          <a:p>
            <a:fld id="{4FAB73BC-B049-4115-A692-8D63A059BFB8}" type="slidenum">
              <a:rPr lang="en-US" dirty="0"/>
              <a:t>‹#›</a:t>
            </a:fld>
            <a:endParaRPr lang="en-US" dirty="0"/>
          </a:p>
        </p:txBody>
      </p:sp>
      <p:cxnSp>
        <p:nvCxnSpPr>
          <p:cNvPr id="8" name="Straight Connector 7"/>
          <p:cNvCxnSpPr/>
          <p:nvPr/>
        </p:nvCxnSpPr>
        <p:spPr>
          <a:xfrm>
            <a:off x="1978660" y="3733800"/>
            <a:ext cx="8229601" cy="0"/>
          </a:xfrm>
          <a:prstGeom prst="line">
            <a:avLst/>
          </a:prstGeom>
          <a:ln>
            <a:solidFill>
              <a:srgbClr val="FFFFFF"/>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Title 1"/>
          <p:cNvSpPr>
            <a:spLocks noGrp="1"/>
          </p:cNvSpPr>
          <p:nvPr>
            <p:ph type="title"/>
          </p:nvPr>
        </p:nvSpPr>
        <p:spPr>
          <a:xfrm>
            <a:off x="1106424" y="1173575"/>
            <a:ext cx="9966960" cy="2926080"/>
          </a:xfrm>
        </p:spPr>
        <p:txBody>
          <a:bodyPr anchor="b">
            <a:noAutofit/>
          </a:bodyPr>
          <a:lstStyle>
            <a:lvl1pPr algn="ctr">
              <a:lnSpc>
                <a:spcPct val="85000"/>
              </a:lnSpc>
              <a:defRPr sz="7200" b="0" cap="all" baseline="0"/>
            </a:lvl1pPr>
          </a:lstStyle>
          <a:p>
            <a:r>
              <a:rPr lang="ru-RU"/>
              <a:t>Образец заголовка</a:t>
            </a:r>
            <a:endParaRPr lang="en-US" dirty="0"/>
          </a:p>
        </p:txBody>
      </p:sp>
      <p:sp>
        <p:nvSpPr>
          <p:cNvPr id="3" name="Text Placeholder 2"/>
          <p:cNvSpPr>
            <a:spLocks noGrp="1"/>
          </p:cNvSpPr>
          <p:nvPr>
            <p:ph type="body" idx="1"/>
          </p:nvPr>
        </p:nvSpPr>
        <p:spPr>
          <a:xfrm>
            <a:off x="1709928" y="4154520"/>
            <a:ext cx="8769096" cy="1363806"/>
          </a:xfrm>
        </p:spPr>
        <p:txBody>
          <a:bodyPr anchor="t">
            <a:normAutofit/>
          </a:bodyPr>
          <a:lstStyle>
            <a:lvl1pPr marL="0" indent="0" algn="ctr">
              <a:buNone/>
              <a:defRPr sz="2200">
                <a:solidFill>
                  <a:schemeClr val="accent1"/>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ru-RU"/>
              <a:t>Образец текста</a:t>
            </a:r>
          </a:p>
        </p:txBody>
      </p:sp>
      <p:sp>
        <p:nvSpPr>
          <p:cNvPr id="4" name="Date Placeholder 3"/>
          <p:cNvSpPr>
            <a:spLocks noGrp="1"/>
          </p:cNvSpPr>
          <p:nvPr>
            <p:ph type="dt" sz="half" idx="10"/>
          </p:nvPr>
        </p:nvSpPr>
        <p:spPr/>
        <p:txBody>
          <a:bodyPr/>
          <a:lstStyle/>
          <a:p>
            <a:fld id="{96DFF08F-DC6B-4601-B491-B0F83F6DD2DA}" type="datetimeFigureOut">
              <a:rPr lang="en-US" dirty="0"/>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cxnSp>
        <p:nvCxnSpPr>
          <p:cNvPr id="7" name="Straight Connector 6"/>
          <p:cNvCxnSpPr/>
          <p:nvPr/>
        </p:nvCxnSpPr>
        <p:spPr>
          <a:xfrm>
            <a:off x="1981200" y="4020408"/>
            <a:ext cx="8229601" cy="0"/>
          </a:xfrm>
          <a:prstGeom prst="line">
            <a:avLst/>
          </a:prstGeom>
          <a:ln>
            <a:solidFill>
              <a:schemeClr val="accent1"/>
            </a:solidFill>
          </a:ln>
        </p:spPr>
        <p:style>
          <a:lnRef idx="1">
            <a:schemeClr val="accent1"/>
          </a:lnRef>
          <a:fillRef idx="0">
            <a:schemeClr val="accent1"/>
          </a:fillRef>
          <a:effectRef idx="0">
            <a:schemeClr val="accent1"/>
          </a:effectRef>
          <a:fontRef idx="minor">
            <a:schemeClr val="tx1"/>
          </a:fontRef>
        </p:style>
      </p:cxn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8" name="Title 7"/>
          <p:cNvSpPr>
            <a:spLocks noGrp="1"/>
          </p:cNvSpPr>
          <p:nvPr>
            <p:ph type="title"/>
          </p:nvPr>
        </p:nvSpPr>
        <p:spPr/>
        <p:txBody>
          <a:bodyPr/>
          <a:lstStyle/>
          <a:p>
            <a:r>
              <a:rPr lang="ru-RU"/>
              <a:t>Образец заголовка</a:t>
            </a:r>
            <a:endParaRPr lang="en-US" dirty="0"/>
          </a:p>
        </p:txBody>
      </p:sp>
      <p:sp>
        <p:nvSpPr>
          <p:cNvPr id="3" name="Content Placeholder 2"/>
          <p:cNvSpPr>
            <a:spLocks noGrp="1"/>
          </p:cNvSpPr>
          <p:nvPr>
            <p:ph sz="half" idx="1"/>
          </p:nvPr>
        </p:nvSpPr>
        <p:spPr>
          <a:xfrm>
            <a:off x="1143000" y="2057399"/>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Content Placeholder 3"/>
          <p:cNvSpPr>
            <a:spLocks noGrp="1"/>
          </p:cNvSpPr>
          <p:nvPr>
            <p:ph sz="half" idx="2"/>
          </p:nvPr>
        </p:nvSpPr>
        <p:spPr>
          <a:xfrm>
            <a:off x="6267612" y="2057400"/>
            <a:ext cx="4754880" cy="402336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Date Placeholder 4"/>
          <p:cNvSpPr>
            <a:spLocks noGrp="1"/>
          </p:cNvSpPr>
          <p:nvPr>
            <p:ph type="dt" sz="half" idx="10"/>
          </p:nvPr>
        </p:nvSpPr>
        <p:spPr/>
        <p:txBody>
          <a:bodyPr/>
          <a:lstStyle/>
          <a:p>
            <a:fld id="{96DFF08F-DC6B-4601-B491-B0F83F6DD2DA}" type="datetimeFigureOut">
              <a:rPr lang="en-US" dirty="0"/>
              <a:t>12/17/2025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10" name="Title 9"/>
          <p:cNvSpPr>
            <a:spLocks noGrp="1"/>
          </p:cNvSpPr>
          <p:nvPr>
            <p:ph type="title"/>
          </p:nvPr>
        </p:nvSpPr>
        <p:spPr/>
        <p:txBody>
          <a:bodyPr/>
          <a:lstStyle/>
          <a:p>
            <a:r>
              <a:rPr lang="ru-RU"/>
              <a:t>Образец заголовка</a:t>
            </a:r>
            <a:endParaRPr lang="en-US" dirty="0"/>
          </a:p>
        </p:txBody>
      </p:sp>
      <p:sp>
        <p:nvSpPr>
          <p:cNvPr id="3" name="Text Placeholder 2"/>
          <p:cNvSpPr>
            <a:spLocks noGrp="1"/>
          </p:cNvSpPr>
          <p:nvPr>
            <p:ph type="body" idx="1"/>
          </p:nvPr>
        </p:nvSpPr>
        <p:spPr>
          <a:xfrm>
            <a:off x="1143000" y="2001511"/>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Content Placeholder 3"/>
          <p:cNvSpPr>
            <a:spLocks noGrp="1"/>
          </p:cNvSpPr>
          <p:nvPr>
            <p:ph sz="half" idx="2"/>
          </p:nvPr>
        </p:nvSpPr>
        <p:spPr>
          <a:xfrm>
            <a:off x="1143000" y="2721483"/>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5" name="Text Placeholder 4"/>
          <p:cNvSpPr>
            <a:spLocks noGrp="1"/>
          </p:cNvSpPr>
          <p:nvPr>
            <p:ph type="body" sz="quarter" idx="3"/>
          </p:nvPr>
        </p:nvSpPr>
        <p:spPr>
          <a:xfrm>
            <a:off x="6269173" y="1999032"/>
            <a:ext cx="4754880" cy="777240"/>
          </a:xfrm>
        </p:spPr>
        <p:txBody>
          <a:bodyPr anchor="ctr"/>
          <a:lstStyle>
            <a:lvl1pPr marL="0" indent="0">
              <a:spcBef>
                <a:spcPts val="0"/>
              </a:spcBef>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Content Placeholder 5"/>
          <p:cNvSpPr>
            <a:spLocks noGrp="1"/>
          </p:cNvSpPr>
          <p:nvPr>
            <p:ph sz="quarter" idx="4"/>
          </p:nvPr>
        </p:nvSpPr>
        <p:spPr>
          <a:xfrm>
            <a:off x="6269173" y="2719322"/>
            <a:ext cx="4754880" cy="3383280"/>
          </a:xfrm>
        </p:spPr>
        <p:txBody>
          <a:bodyPr/>
          <a:lstStyle>
            <a:lvl1pPr>
              <a:defRPr sz="22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7" name="Date Placeholder 6"/>
          <p:cNvSpPr>
            <a:spLocks noGrp="1"/>
          </p:cNvSpPr>
          <p:nvPr>
            <p:ph type="dt" sz="half" idx="10"/>
          </p:nvPr>
        </p:nvSpPr>
        <p:spPr/>
        <p:txBody>
          <a:bodyPr/>
          <a:lstStyle/>
          <a:p>
            <a:fld id="{96DFF08F-DC6B-4601-B491-B0F83F6DD2DA}" type="datetimeFigureOut">
              <a:rPr lang="en-US" dirty="0"/>
              <a:t>12/17/2025</a:t>
            </a:fld>
            <a:endParaRPr lang="en-US" dirty="0"/>
          </a:p>
        </p:txBody>
      </p:sp>
      <p:sp>
        <p:nvSpPr>
          <p:cNvPr id="8" name="Footer Placeholder 7"/>
          <p:cNvSpPr>
            <a:spLocks noGrp="1"/>
          </p:cNvSpPr>
          <p:nvPr>
            <p:ph type="ftr" sz="quarter" idx="11"/>
          </p:nvPr>
        </p:nvSpPr>
        <p:spPr/>
        <p:txBody>
          <a:bodyPr/>
          <a:lstStyle/>
          <a:p>
            <a:endParaRPr lang="en-US" dirty="0"/>
          </a:p>
        </p:txBody>
      </p:sp>
      <p:sp>
        <p:nvSpPr>
          <p:cNvPr id="9" name="Slide Number Placeholder 8"/>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Date Placeholder 2"/>
          <p:cNvSpPr>
            <a:spLocks noGrp="1"/>
          </p:cNvSpPr>
          <p:nvPr>
            <p:ph type="dt" sz="half" idx="10"/>
          </p:nvPr>
        </p:nvSpPr>
        <p:spPr/>
        <p:txBody>
          <a:bodyPr/>
          <a:lstStyle/>
          <a:p>
            <a:fld id="{96DFF08F-DC6B-4601-B491-B0F83F6DD2DA}" type="datetimeFigureOut">
              <a:rPr lang="en-US" dirty="0"/>
              <a:t>12/17/2025</a:t>
            </a:fld>
            <a:endParaRPr lang="en-US" dirty="0"/>
          </a:p>
        </p:txBody>
      </p:sp>
      <p:sp>
        <p:nvSpPr>
          <p:cNvPr id="4" name="Footer Placeholder 3"/>
          <p:cNvSpPr>
            <a:spLocks noGrp="1"/>
          </p:cNvSpPr>
          <p:nvPr>
            <p:ph type="ftr" sz="quarter" idx="11"/>
          </p:nvPr>
        </p:nvSpPr>
        <p:spPr/>
        <p:txBody>
          <a:bodyPr/>
          <a:lstStyle/>
          <a:p>
            <a:endParaRPr lang="en-US" dirty="0"/>
          </a:p>
        </p:txBody>
      </p:sp>
      <p:sp>
        <p:nvSpPr>
          <p:cNvPr id="5" name="Slide Number Placeholder 4"/>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96DFF08F-DC6B-4601-B491-B0F83F6DD2DA}" type="datetimeFigureOut">
              <a:rPr lang="en-US" dirty="0"/>
              <a:t>12/17/2025</a:t>
            </a:fld>
            <a:endParaRPr lang="en-US" dirty="0"/>
          </a:p>
        </p:txBody>
      </p:sp>
      <p:sp>
        <p:nvSpPr>
          <p:cNvPr id="3" name="Footer Placeholder 2"/>
          <p:cNvSpPr>
            <a:spLocks noGrp="1"/>
          </p:cNvSpPr>
          <p:nvPr>
            <p:ph type="ftr" sz="quarter" idx="11"/>
          </p:nvPr>
        </p:nvSpPr>
        <p:spPr/>
        <p:txBody>
          <a:bodyPr/>
          <a:lstStyle/>
          <a:p>
            <a:endParaRPr lang="en-US" dirty="0"/>
          </a:p>
        </p:txBody>
      </p:sp>
      <p:sp>
        <p:nvSpPr>
          <p:cNvPr id="4" name="Slide Number Placeholder 3"/>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ru-RU"/>
              <a:t>Образец заголовка</a:t>
            </a:r>
            <a:endParaRPr lang="en-US" dirty="0"/>
          </a:p>
        </p:txBody>
      </p:sp>
      <p:sp>
        <p:nvSpPr>
          <p:cNvPr id="3" name="Content Placeholder 2"/>
          <p:cNvSpPr>
            <a:spLocks noGrp="1"/>
          </p:cNvSpPr>
          <p:nvPr>
            <p:ph idx="1"/>
          </p:nvPr>
        </p:nvSpPr>
        <p:spPr>
          <a:xfrm>
            <a:off x="5852159" y="1097280"/>
            <a:ext cx="5212080" cy="4663440"/>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Text Placeholder 3"/>
          <p:cNvSpPr>
            <a:spLocks noGrp="1"/>
          </p:cNvSpPr>
          <p:nvPr>
            <p:ph type="body" sz="half" idx="2"/>
          </p:nvPr>
        </p:nvSpPr>
        <p:spPr>
          <a:xfrm>
            <a:off x="1143000" y="2834640"/>
            <a:ext cx="3931920" cy="301752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96DFF08F-DC6B-4601-B491-B0F83F6DD2DA}" type="datetimeFigureOut">
              <a:rPr lang="en-US" dirty="0"/>
              <a:t>12/17/2025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Title 1"/>
          <p:cNvSpPr>
            <a:spLocks noGrp="1"/>
          </p:cNvSpPr>
          <p:nvPr>
            <p:ph type="title"/>
          </p:nvPr>
        </p:nvSpPr>
        <p:spPr>
          <a:xfrm>
            <a:off x="1143000" y="1097280"/>
            <a:ext cx="3931920" cy="1737360"/>
          </a:xfrm>
        </p:spPr>
        <p:txBody>
          <a:bodyPr anchor="b">
            <a:noAutofit/>
          </a:bodyPr>
          <a:lstStyle>
            <a:lvl1pPr>
              <a:lnSpc>
                <a:spcPct val="90000"/>
              </a:lnSpc>
              <a:defRPr sz="4000" b="0"/>
            </a:lvl1pPr>
          </a:lstStyle>
          <a:p>
            <a:r>
              <a:rPr lang="ru-RU"/>
              <a:t>Образец заголовка</a:t>
            </a:r>
            <a:endParaRPr lang="en-US" dirty="0"/>
          </a:p>
        </p:txBody>
      </p:sp>
      <p:sp>
        <p:nvSpPr>
          <p:cNvPr id="3" name="Picture Placeholder 2"/>
          <p:cNvSpPr>
            <a:spLocks noGrp="1" noChangeAspect="1"/>
          </p:cNvSpPr>
          <p:nvPr>
            <p:ph type="pic" idx="1"/>
          </p:nvPr>
        </p:nvSpPr>
        <p:spPr>
          <a:xfrm>
            <a:off x="5413248" y="1069847"/>
            <a:ext cx="6099048" cy="4800600"/>
          </a:xfrm>
        </p:spPr>
        <p:txBody>
          <a:bodyPr lIns="274320" tIns="182880" anchor="t">
            <a:normAutofit/>
          </a:bodyPr>
          <a:lstStyle>
            <a:lvl1pPr marL="0" indent="0">
              <a:buNone/>
              <a:defRPr sz="28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r>
              <a:rPr lang="ru-RU"/>
              <a:t>Вставка рисунка</a:t>
            </a:r>
            <a:endParaRPr lang="en-US" dirty="0"/>
          </a:p>
        </p:txBody>
      </p:sp>
      <p:sp>
        <p:nvSpPr>
          <p:cNvPr id="4" name="Text Placeholder 3"/>
          <p:cNvSpPr>
            <a:spLocks noGrp="1"/>
          </p:cNvSpPr>
          <p:nvPr>
            <p:ph type="body" sz="half" idx="2"/>
          </p:nvPr>
        </p:nvSpPr>
        <p:spPr>
          <a:xfrm>
            <a:off x="1143000" y="2834640"/>
            <a:ext cx="3931920" cy="2880360"/>
          </a:xfrm>
        </p:spPr>
        <p:txBody>
          <a:bodyPr>
            <a:normAutofit/>
          </a:bodyPr>
          <a:lstStyle>
            <a:lvl1pPr marL="0" indent="0">
              <a:lnSpc>
                <a:spcPct val="100000"/>
              </a:lnSpc>
              <a:spcBef>
                <a:spcPts val="1000"/>
              </a:spcBef>
              <a:buNone/>
              <a:defRPr sz="17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ru-RU"/>
              <a:t>Образец текста</a:t>
            </a:r>
          </a:p>
        </p:txBody>
      </p:sp>
      <p:sp>
        <p:nvSpPr>
          <p:cNvPr id="5" name="Date Placeholder 4"/>
          <p:cNvSpPr>
            <a:spLocks noGrp="1"/>
          </p:cNvSpPr>
          <p:nvPr>
            <p:ph type="dt" sz="half" idx="10"/>
          </p:nvPr>
        </p:nvSpPr>
        <p:spPr/>
        <p:txBody>
          <a:bodyPr/>
          <a:lstStyle/>
          <a:p>
            <a:fld id="{96DFF08F-DC6B-4601-B491-B0F83F6DD2DA}" type="datetimeFigureOut">
              <a:rPr lang="en-US" dirty="0"/>
              <a:t>12/17/2025</a:t>
            </a:fld>
            <a:endParaRPr lang="en-US" dirty="0"/>
          </a:p>
        </p:txBody>
      </p:sp>
      <p:sp>
        <p:nvSpPr>
          <p:cNvPr id="6" name="Footer Placeholder 5"/>
          <p:cNvSpPr>
            <a:spLocks noGrp="1"/>
          </p:cNvSpPr>
          <p:nvPr>
            <p:ph type="ftr" sz="quarter" idx="11"/>
          </p:nvPr>
        </p:nvSpPr>
        <p:spPr/>
        <p:txBody>
          <a:bodyPr/>
          <a:lstStyle/>
          <a:p>
            <a:endParaRPr lang="en-US" dirty="0"/>
          </a:p>
        </p:txBody>
      </p:sp>
      <p:sp>
        <p:nvSpPr>
          <p:cNvPr id="7" name="Slide Number Placeholder 6"/>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ru-RU"/>
              <a:t>Образец заголовка</a:t>
            </a:r>
            <a:endParaRPr lang="en-US" dirty="0"/>
          </a:p>
        </p:txBody>
      </p:sp>
      <p:sp>
        <p:nvSpPr>
          <p:cNvPr id="3" name="Vertical Text Placeholder 2"/>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8724900" y="762000"/>
            <a:ext cx="2324100" cy="5410200"/>
          </a:xfrm>
        </p:spPr>
        <p:txBody>
          <a:bodyPr vert="eaVert"/>
          <a:lstStyle/>
          <a:p>
            <a:r>
              <a:rPr lang="ru-RU"/>
              <a:t>Образец заголовка</a:t>
            </a:r>
            <a:endParaRPr lang="en-US" dirty="0"/>
          </a:p>
        </p:txBody>
      </p:sp>
      <p:sp>
        <p:nvSpPr>
          <p:cNvPr id="3" name="Vertical Text Placeholder 2"/>
          <p:cNvSpPr>
            <a:spLocks noGrp="1"/>
          </p:cNvSpPr>
          <p:nvPr>
            <p:ph type="body" orient="vert" idx="1"/>
          </p:nvPr>
        </p:nvSpPr>
        <p:spPr>
          <a:xfrm>
            <a:off x="1143000" y="762000"/>
            <a:ext cx="7429500" cy="5410200"/>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10"/>
          </p:nvPr>
        </p:nvSpPr>
        <p:spPr/>
        <p:txBody>
          <a:bodyPr/>
          <a:lstStyle/>
          <a:p>
            <a:fld id="{96DFF08F-DC6B-4601-B491-B0F83F6DD2DA}" type="datetimeFigureOut">
              <a:rPr lang="en-US" dirty="0"/>
              <a:t>12/17/2025</a:t>
            </a:fld>
            <a:endParaRPr lang="en-US" dirty="0"/>
          </a:p>
        </p:txBody>
      </p:sp>
      <p:sp>
        <p:nvSpPr>
          <p:cNvPr id="5" name="Footer Placeholder 4"/>
          <p:cNvSpPr>
            <a:spLocks noGrp="1"/>
          </p:cNvSpPr>
          <p:nvPr>
            <p:ph type="ftr" sz="quarter" idx="11"/>
          </p:nvPr>
        </p:nvSpPr>
        <p:spPr/>
        <p:txBody>
          <a:bodyPr/>
          <a:lstStyle/>
          <a:p>
            <a:endParaRPr lang="en-US" dirty="0"/>
          </a:p>
        </p:txBody>
      </p:sp>
      <p:sp>
        <p:nvSpPr>
          <p:cNvPr id="6" name="Slide Number Placeholder 5"/>
          <p:cNvSpPr>
            <a:spLocks noGrp="1"/>
          </p:cNvSpPr>
          <p:nvPr>
            <p:ph type="sldNum" sz="quarter" idx="12"/>
          </p:nvPr>
        </p:nvSpPr>
        <p:spPr/>
        <p:txBody>
          <a:bodyPr/>
          <a:lstStyle/>
          <a:p>
            <a:fld id="{4FAB73BC-B049-4115-A692-8D63A059BFB8}" type="slidenum">
              <a:rPr lang="en-US" dirty="0"/>
              <a:t>‹#›</a:t>
            </a:fld>
            <a:endParaRPr lang="en-US" dirty="0"/>
          </a:p>
        </p:txBody>
      </p:sp>
    </p:spTree>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accent1"/>
        </a:solidFill>
        <a:effectLst/>
      </p:bgPr>
    </p:bg>
    <p:spTree>
      <p:nvGrpSpPr>
        <p:cNvPr id="1" name=""/>
        <p:cNvGrpSpPr/>
        <p:nvPr/>
      </p:nvGrpSpPr>
      <p:grpSpPr>
        <a:xfrm>
          <a:off x="0" y="0"/>
          <a:ext cx="0" cy="0"/>
          <a:chOff x="0" y="0"/>
          <a:chExt cx="0" cy="0"/>
        </a:xfrm>
      </p:grpSpPr>
      <p:sp>
        <p:nvSpPr>
          <p:cNvPr id="7" name="Rectangle 6"/>
          <p:cNvSpPr>
            <a:spLocks noChangeAspect="1"/>
          </p:cNvSpPr>
          <p:nvPr/>
        </p:nvSpPr>
        <p:spPr>
          <a:xfrm>
            <a:off x="231140" y="243840"/>
            <a:ext cx="11724640" cy="6377939"/>
          </a:xfrm>
          <a:prstGeom prst="rect">
            <a:avLst/>
          </a:prstGeom>
          <a:solidFill>
            <a:schemeClr val="bg1"/>
          </a:solidFill>
          <a:ln w="12700">
            <a:noFill/>
          </a:ln>
        </p:spPr>
        <p:style>
          <a:lnRef idx="2">
            <a:schemeClr val="accent1">
              <a:shade val="50000"/>
            </a:schemeClr>
          </a:lnRef>
          <a:fillRef idx="1">
            <a:schemeClr val="accent1"/>
          </a:fillRef>
          <a:effectRef idx="0">
            <a:schemeClr val="accent1"/>
          </a:effectRef>
          <a:fontRef idx="minor">
            <a:schemeClr val="lt1"/>
          </a:fontRef>
        </p:style>
      </p:sp>
      <p:sp>
        <p:nvSpPr>
          <p:cNvPr id="2" name="Title Placeholder 1"/>
          <p:cNvSpPr>
            <a:spLocks noGrp="1"/>
          </p:cNvSpPr>
          <p:nvPr>
            <p:ph type="title"/>
          </p:nvPr>
        </p:nvSpPr>
        <p:spPr>
          <a:xfrm>
            <a:off x="1143000" y="609600"/>
            <a:ext cx="9875520" cy="1356360"/>
          </a:xfrm>
          <a:prstGeom prst="rect">
            <a:avLst/>
          </a:prstGeom>
        </p:spPr>
        <p:txBody>
          <a:bodyPr vert="horz" lIns="91440" tIns="45720" rIns="91440" bIns="45720" rtlCol="0" anchor="ctr">
            <a:normAutofit/>
          </a:bodyPr>
          <a:lstStyle/>
          <a:p>
            <a:r>
              <a:rPr lang="ru-RU"/>
              <a:t>Образец заголовка</a:t>
            </a:r>
            <a:endParaRPr lang="en-US" dirty="0"/>
          </a:p>
        </p:txBody>
      </p:sp>
      <p:sp>
        <p:nvSpPr>
          <p:cNvPr id="3" name="Text Placeholder 2"/>
          <p:cNvSpPr>
            <a:spLocks noGrp="1"/>
          </p:cNvSpPr>
          <p:nvPr>
            <p:ph type="body" idx="1"/>
          </p:nvPr>
        </p:nvSpPr>
        <p:spPr>
          <a:xfrm>
            <a:off x="1143000" y="2057400"/>
            <a:ext cx="9872871" cy="4038600"/>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endParaRPr lang="en-US" dirty="0"/>
          </a:p>
        </p:txBody>
      </p:sp>
      <p:sp>
        <p:nvSpPr>
          <p:cNvPr id="4" name="Date Placeholder 3"/>
          <p:cNvSpPr>
            <a:spLocks noGrp="1"/>
          </p:cNvSpPr>
          <p:nvPr>
            <p:ph type="dt" sz="half" idx="2"/>
          </p:nvPr>
        </p:nvSpPr>
        <p:spPr>
          <a:xfrm>
            <a:off x="1142996" y="6223828"/>
            <a:ext cx="2329074" cy="365125"/>
          </a:xfrm>
          <a:prstGeom prst="rect">
            <a:avLst/>
          </a:prstGeom>
        </p:spPr>
        <p:txBody>
          <a:bodyPr vert="horz" lIns="91440" tIns="45720" rIns="91440" bIns="45720" rtlCol="0" anchor="ctr"/>
          <a:lstStyle>
            <a:lvl1pPr algn="l">
              <a:defRPr sz="1200">
                <a:solidFill>
                  <a:schemeClr val="accent1"/>
                </a:solidFill>
              </a:defRPr>
            </a:lvl1pPr>
          </a:lstStyle>
          <a:p>
            <a:fld id="{96DFF08F-DC6B-4601-B491-B0F83F6DD2DA}" type="datetimeFigureOut">
              <a:rPr lang="en-US" dirty="0"/>
              <a:pPr/>
              <a:t>12/17/2025</a:t>
            </a:fld>
            <a:endParaRPr lang="en-US" dirty="0"/>
          </a:p>
        </p:txBody>
      </p:sp>
      <p:sp>
        <p:nvSpPr>
          <p:cNvPr id="5" name="Footer Placeholder 4"/>
          <p:cNvSpPr>
            <a:spLocks noGrp="1"/>
          </p:cNvSpPr>
          <p:nvPr>
            <p:ph type="ftr" sz="quarter" idx="3"/>
          </p:nvPr>
        </p:nvSpPr>
        <p:spPr>
          <a:xfrm>
            <a:off x="3949148" y="6223828"/>
            <a:ext cx="4717774" cy="365125"/>
          </a:xfrm>
          <a:prstGeom prst="rect">
            <a:avLst/>
          </a:prstGeom>
        </p:spPr>
        <p:txBody>
          <a:bodyPr vert="horz" lIns="91440" tIns="45720" rIns="91440" bIns="45720" rtlCol="0" anchor="ctr"/>
          <a:lstStyle>
            <a:lvl1pPr algn="ctr">
              <a:defRPr sz="1200">
                <a:solidFill>
                  <a:schemeClr val="accent1"/>
                </a:solidFill>
              </a:defRPr>
            </a:lvl1pPr>
          </a:lstStyle>
          <a:p>
            <a:endParaRPr lang="en-US" dirty="0"/>
          </a:p>
        </p:txBody>
      </p:sp>
      <p:sp>
        <p:nvSpPr>
          <p:cNvPr id="6" name="Slide Number Placeholder 5"/>
          <p:cNvSpPr>
            <a:spLocks noGrp="1"/>
          </p:cNvSpPr>
          <p:nvPr>
            <p:ph type="sldNum" sz="quarter" idx="4"/>
          </p:nvPr>
        </p:nvSpPr>
        <p:spPr>
          <a:xfrm>
            <a:off x="9329530" y="6223828"/>
            <a:ext cx="1706217" cy="365125"/>
          </a:xfrm>
          <a:prstGeom prst="rect">
            <a:avLst/>
          </a:prstGeom>
        </p:spPr>
        <p:txBody>
          <a:bodyPr vert="horz" lIns="91440" tIns="45720" rIns="91440" bIns="45720" rtlCol="0" anchor="ctr"/>
          <a:lstStyle>
            <a:lvl1pPr algn="r">
              <a:defRPr sz="1200">
                <a:solidFill>
                  <a:schemeClr val="accent1"/>
                </a:solidFill>
              </a:defRPr>
            </a:lvl1pPr>
          </a:lstStyle>
          <a:p>
            <a:fld id="{4FAB73BC-B049-4115-A692-8D63A059BFB8}" type="slidenum">
              <a:rPr lang="en-US" dirty="0"/>
              <a:pPr/>
              <a:t>‹#›</a:t>
            </a:fld>
            <a:endParaRPr lang="en-US" dirty="0"/>
          </a:p>
        </p:txBody>
      </p:sp>
    </p:spTree>
  </p:cSld>
  <p:clrMap bg1="lt1" tx1="dk1" bg2="lt2" tx2="dk2" accent1="accent1" accent2="accent2" accent3="accent3" accent4="accent4" accent5="accent5" accent6="accent6" hlink="hlink" folHlink="folHlink"/>
  <p:sldLayoutIdLst>
    <p:sldLayoutId id="2147483685" r:id="rId1"/>
    <p:sldLayoutId id="2147483686" r:id="rId2"/>
    <p:sldLayoutId id="2147483687" r:id="rId3"/>
    <p:sldLayoutId id="2147483688" r:id="rId4"/>
    <p:sldLayoutId id="2147483689" r:id="rId5"/>
    <p:sldLayoutId id="2147483690" r:id="rId6"/>
    <p:sldLayoutId id="2147483691" r:id="rId7"/>
    <p:sldLayoutId id="2147483692" r:id="rId8"/>
    <p:sldLayoutId id="2147483693" r:id="rId9"/>
    <p:sldLayoutId id="2147483694" r:id="rId10"/>
    <p:sldLayoutId id="2147483695" r:id="rId11"/>
  </p:sldLayoutIdLst>
  <p:txStyles>
    <p:titleStyle>
      <a:lvl1pPr algn="l" defTabSz="914400" rtl="0" eaLnBrk="1" latinLnBrk="0" hangingPunct="1">
        <a:lnSpc>
          <a:spcPct val="90000"/>
        </a:lnSpc>
        <a:spcBef>
          <a:spcPct val="0"/>
        </a:spcBef>
        <a:buNone/>
        <a:defRPr sz="4400" kern="1200">
          <a:solidFill>
            <a:schemeClr val="accent1"/>
          </a:solidFill>
          <a:latin typeface="+mj-lt"/>
          <a:ea typeface="+mj-ea"/>
          <a:cs typeface="+mj-cs"/>
        </a:defRPr>
      </a:lvl1pPr>
    </p:titleStyle>
    <p:bodyStyle>
      <a:lvl1pPr marL="228600" indent="-182880" algn="l" defTabSz="914400" rtl="0" eaLnBrk="1" latinLnBrk="0" hangingPunct="1">
        <a:lnSpc>
          <a:spcPct val="90000"/>
        </a:lnSpc>
        <a:spcBef>
          <a:spcPts val="1400"/>
        </a:spcBef>
        <a:buClr>
          <a:schemeClr val="accent1"/>
        </a:buClr>
        <a:buSzPct val="80000"/>
        <a:buFont typeface="Corbel" pitchFamily="34" charset="0"/>
        <a:buChar char="•"/>
        <a:defRPr sz="2200" kern="1200">
          <a:solidFill>
            <a:schemeClr val="accent1"/>
          </a:solidFill>
          <a:latin typeface="+mn-lt"/>
          <a:ea typeface="+mn-ea"/>
          <a:cs typeface="+mn-cs"/>
        </a:defRPr>
      </a:lvl1pPr>
      <a:lvl2pPr marL="45720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2000" kern="1200">
          <a:solidFill>
            <a:schemeClr val="accent1"/>
          </a:solidFill>
          <a:latin typeface="+mn-lt"/>
          <a:ea typeface="+mn-ea"/>
          <a:cs typeface="+mn-cs"/>
        </a:defRPr>
      </a:lvl2pPr>
      <a:lvl3pPr marL="73152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800" kern="1200">
          <a:solidFill>
            <a:schemeClr val="accent1"/>
          </a:solidFill>
          <a:latin typeface="+mn-lt"/>
          <a:ea typeface="+mn-ea"/>
          <a:cs typeface="+mn-cs"/>
        </a:defRPr>
      </a:lvl3pPr>
      <a:lvl4pPr marL="100584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4pPr>
      <a:lvl5pPr marL="1280160" indent="-18288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5pPr>
      <a:lvl6pPr marL="16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6pPr>
      <a:lvl7pPr marL="19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7pPr>
      <a:lvl8pPr marL="22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8pPr>
      <a:lvl9pPr marL="2500000" indent="-228600" algn="l" defTabSz="914400" rtl="0" eaLnBrk="1" latinLnBrk="0" hangingPunct="1">
        <a:lnSpc>
          <a:spcPct val="90000"/>
        </a:lnSpc>
        <a:spcBef>
          <a:spcPts val="200"/>
        </a:spcBef>
        <a:spcAft>
          <a:spcPts val="400"/>
        </a:spcAft>
        <a:buClr>
          <a:schemeClr val="accent1"/>
        </a:buClr>
        <a:buSzPct val="80000"/>
        <a:buFont typeface="Corbel" pitchFamily="34" charset="0"/>
        <a:buChar char="•"/>
        <a:defRPr sz="1600" kern="1200">
          <a:solidFill>
            <a:schemeClr val="accent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2" Type="http://schemas.openxmlformats.org/officeDocument/2006/relationships/image" Target="../media/image1.gif"/><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2.jpe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3" Type="http://schemas.openxmlformats.org/officeDocument/2006/relationships/image" Target="../media/image5.jpeg"/><Relationship Id="rId2" Type="http://schemas.openxmlformats.org/officeDocument/2006/relationships/image" Target="../media/image4.jpeg"/><Relationship Id="rId1" Type="http://schemas.openxmlformats.org/officeDocument/2006/relationships/slideLayout" Target="../slideLayouts/slideLayout2.xml"/><Relationship Id="rId4" Type="http://schemas.openxmlformats.org/officeDocument/2006/relationships/image" Target="../media/image6.jpeg"/></Relationships>
</file>

<file path=ppt/slides/_rels/slide7.xml.rels><?xml version="1.0" encoding="UTF-8" standalone="yes"?>
<Relationships xmlns="http://schemas.openxmlformats.org/package/2006/relationships"><Relationship Id="rId3" Type="http://schemas.openxmlformats.org/officeDocument/2006/relationships/diagramLayout" Target="../diagrams/layout1.xml"/><Relationship Id="rId2" Type="http://schemas.openxmlformats.org/officeDocument/2006/relationships/diagramData" Target="../diagrams/data1.xml"/><Relationship Id="rId1" Type="http://schemas.openxmlformats.org/officeDocument/2006/relationships/slideLayout" Target="../slideLayouts/slideLayout2.xml"/><Relationship Id="rId6" Type="http://schemas.microsoft.com/office/2007/relationships/diagramDrawing" Target="../diagrams/drawing1.xml"/><Relationship Id="rId5" Type="http://schemas.openxmlformats.org/officeDocument/2006/relationships/diagramColors" Target="../diagrams/colors1.xml"/><Relationship Id="rId4" Type="http://schemas.openxmlformats.org/officeDocument/2006/relationships/diagramQuickStyle" Target="../diagrams/quickStyle1.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diagramLayout" Target="../diagrams/layout2.xml"/><Relationship Id="rId2" Type="http://schemas.openxmlformats.org/officeDocument/2006/relationships/diagramData" Target="../diagrams/data2.xml"/><Relationship Id="rId1" Type="http://schemas.openxmlformats.org/officeDocument/2006/relationships/slideLayout" Target="../slideLayouts/slideLayout2.xml"/><Relationship Id="rId6" Type="http://schemas.microsoft.com/office/2007/relationships/diagramDrawing" Target="../diagrams/drawing2.xml"/><Relationship Id="rId5" Type="http://schemas.openxmlformats.org/officeDocument/2006/relationships/diagramColors" Target="../diagrams/colors2.xml"/><Relationship Id="rId4" Type="http://schemas.openxmlformats.org/officeDocument/2006/relationships/diagramQuickStyle" Target="../diagrams/quickStyle2.xml"/></Relationships>
</file>

<file path=ppt/slides/_rels/slide10.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8.xml"/></Relationships>
</file>

<file path=ppt/slides/_rels/slide11.xml.rels><?xml version="1.0" encoding="UTF-8" standalone="yes"?>
<Relationships xmlns="http://schemas.openxmlformats.org/package/2006/relationships"><Relationship Id="rId2" Type="http://schemas.openxmlformats.org/officeDocument/2006/relationships/image" Target="../media/image8.png"/><Relationship Id="rId1" Type="http://schemas.openxmlformats.org/officeDocument/2006/relationships/slideLayout" Target="../slideLayouts/slideLayout8.xml"/></Relationships>
</file>

<file path=ppt/slides/_rels/slide12.xml.rels><?xml version="1.0" encoding="UTF-8" standalone="yes"?>
<Relationships xmlns="http://schemas.openxmlformats.org/package/2006/relationships"><Relationship Id="rId2" Type="http://schemas.openxmlformats.org/officeDocument/2006/relationships/image" Target="../media/image9.jpe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3" Type="http://schemas.openxmlformats.org/officeDocument/2006/relationships/diagramLayout" Target="../diagrams/layout3.xml"/><Relationship Id="rId2" Type="http://schemas.openxmlformats.org/officeDocument/2006/relationships/diagramData" Target="../diagrams/data3.xml"/><Relationship Id="rId1" Type="http://schemas.openxmlformats.org/officeDocument/2006/relationships/slideLayout" Target="../slideLayouts/slideLayout2.xml"/><Relationship Id="rId6" Type="http://schemas.microsoft.com/office/2007/relationships/diagramDrawing" Target="../diagrams/drawing3.xml"/><Relationship Id="rId5" Type="http://schemas.openxmlformats.org/officeDocument/2006/relationships/diagramColors" Target="../diagrams/colors3.xml"/><Relationship Id="rId4" Type="http://schemas.openxmlformats.org/officeDocument/2006/relationships/diagramQuickStyle" Target="../diagrams/quickStyle3.xml"/></Relationships>
</file>

<file path=ppt/slides/_rels/slide14.xml.rels><?xml version="1.0" encoding="UTF-8" standalone="yes"?>
<Relationships xmlns="http://schemas.openxmlformats.org/package/2006/relationships"><Relationship Id="rId3" Type="http://schemas.openxmlformats.org/officeDocument/2006/relationships/diagramLayout" Target="../diagrams/layout4.xml"/><Relationship Id="rId2" Type="http://schemas.openxmlformats.org/officeDocument/2006/relationships/diagramData" Target="../diagrams/data4.xml"/><Relationship Id="rId1" Type="http://schemas.openxmlformats.org/officeDocument/2006/relationships/slideLayout" Target="../slideLayouts/slideLayout2.xml"/><Relationship Id="rId6" Type="http://schemas.microsoft.com/office/2007/relationships/diagramDrawing" Target="../diagrams/drawing4.xml"/><Relationship Id="rId5" Type="http://schemas.openxmlformats.org/officeDocument/2006/relationships/diagramColors" Target="../diagrams/colors4.xml"/><Relationship Id="rId4" Type="http://schemas.openxmlformats.org/officeDocument/2006/relationships/diagramQuickStyle" Target="../diagrams/quickStyle4.xml"/></Relationships>
</file>

<file path=ppt/slides/_rels/slide15.xml.rels><?xml version="1.0" encoding="UTF-8" standalone="yes"?>
<Relationships xmlns="http://schemas.openxmlformats.org/package/2006/relationships"><Relationship Id="rId2" Type="http://schemas.openxmlformats.org/officeDocument/2006/relationships/image" Target="../media/image10.jpe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1.gif"/><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12.pn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ctrTitle"/>
          </p:nvPr>
        </p:nvSpPr>
        <p:spPr>
          <a:xfrm>
            <a:off x="1109980" y="882376"/>
            <a:ext cx="9966960" cy="2089424"/>
          </a:xfrm>
        </p:spPr>
        <p:txBody>
          <a:bodyPr>
            <a:normAutofit fontScale="90000"/>
          </a:bodyPr>
          <a:lstStyle/>
          <a:p>
            <a:r>
              <a:rPr lang="uz-Cyrl-UZ" sz="6000" dirty="0">
                <a:solidFill>
                  <a:schemeClr val="tx1"/>
                </a:solidFill>
                <a:latin typeface="Times New Roman" panose="02020603050405020304" pitchFamily="18" charset="0"/>
                <a:cs typeface="Times New Roman" panose="02020603050405020304" pitchFamily="18" charset="0"/>
              </a:rPr>
              <a:t>GIDROYURITMALARNING TUZILISHI VA ISHLASH PRINIS</a:t>
            </a:r>
            <a:r>
              <a:rPr lang="en-US" sz="6000" dirty="0">
                <a:solidFill>
                  <a:schemeClr val="tx1"/>
                </a:solidFill>
                <a:latin typeface="Times New Roman" panose="02020603050405020304" pitchFamily="18" charset="0"/>
                <a:cs typeface="Times New Roman" panose="02020603050405020304" pitchFamily="18" charset="0"/>
              </a:rPr>
              <a:t>P</a:t>
            </a:r>
            <a:r>
              <a:rPr lang="uz-Cyrl-UZ" sz="6000" dirty="0">
                <a:solidFill>
                  <a:schemeClr val="tx1"/>
                </a:solidFill>
                <a:latin typeface="Times New Roman" panose="02020603050405020304" pitchFamily="18" charset="0"/>
                <a:cs typeface="Times New Roman" panose="02020603050405020304" pitchFamily="18" charset="0"/>
              </a:rPr>
              <a:t>I</a:t>
            </a:r>
            <a:endParaRPr lang="en-US" sz="6000" dirty="0">
              <a:solidFill>
                <a:schemeClr val="tx1"/>
              </a:solidFill>
              <a:latin typeface="Times New Roman" panose="02020603050405020304" pitchFamily="18" charset="0"/>
              <a:cs typeface="Times New Roman" panose="02020603050405020304" pitchFamily="18" charset="0"/>
            </a:endParaRPr>
          </a:p>
        </p:txBody>
      </p:sp>
      <p:sp>
        <p:nvSpPr>
          <p:cNvPr id="3" name="Подзаголовок 2"/>
          <p:cNvSpPr>
            <a:spLocks noGrp="1"/>
          </p:cNvSpPr>
          <p:nvPr>
            <p:ph type="subTitle" idx="1"/>
          </p:nvPr>
        </p:nvSpPr>
        <p:spPr>
          <a:xfrm>
            <a:off x="283500" y="3891405"/>
            <a:ext cx="11625471" cy="2661795"/>
          </a:xfrm>
        </p:spPr>
        <p:txBody>
          <a:bodyPr>
            <a:normAutofit/>
          </a:bodyPr>
          <a:lstStyle/>
          <a:p>
            <a:pPr marL="457200" lvl="0" indent="-457200" algn="just">
              <a:buClr>
                <a:schemeClr val="tx1"/>
              </a:buClr>
              <a:buFont typeface="Wingdings" panose="05000000000000000000" pitchFamily="2" charset="2"/>
              <a:buChar char="Ø"/>
            </a:pPr>
            <a:r>
              <a:rPr lang="uz-Cyrl-UZ" sz="3300" b="1" dirty="0">
                <a:solidFill>
                  <a:srgbClr val="C00000"/>
                </a:solidFill>
                <a:latin typeface="Times New Roman" panose="02020603050405020304" pitchFamily="18" charset="0"/>
                <a:cs typeface="Times New Roman" panose="02020603050405020304" pitchFamily="18" charset="0"/>
              </a:rPr>
              <a:t>Gidrоdinаmik uzаtmаlаrning vаzifаsi vа ishlаtilish sоhаlаri</a:t>
            </a:r>
            <a:endParaRPr lang="en-US" sz="3300" dirty="0">
              <a:solidFill>
                <a:srgbClr val="C00000"/>
              </a:solidFill>
              <a:latin typeface="Times New Roman" panose="02020603050405020304" pitchFamily="18" charset="0"/>
              <a:cs typeface="Times New Roman" panose="02020603050405020304" pitchFamily="18" charset="0"/>
            </a:endParaRPr>
          </a:p>
          <a:p>
            <a:pPr marL="457200" lvl="0" indent="-457200" algn="just">
              <a:buClr>
                <a:schemeClr val="tx1"/>
              </a:buClr>
              <a:buFont typeface="Wingdings" panose="05000000000000000000" pitchFamily="2" charset="2"/>
              <a:buChar char="Ø"/>
            </a:pPr>
            <a:r>
              <a:rPr lang="uz-Cyrl-UZ" sz="3300" b="1" dirty="0">
                <a:solidFill>
                  <a:srgbClr val="C00000"/>
                </a:solidFill>
                <a:latin typeface="Times New Roman" panose="02020603050405020304" pitchFamily="18" charset="0"/>
                <a:cs typeface="Times New Roman" panose="02020603050405020304" pitchFamily="18" charset="0"/>
              </a:rPr>
              <a:t>Ishlаsh prinsipi vа guruhlаnishi</a:t>
            </a:r>
            <a:endParaRPr lang="en-US" sz="3300" dirty="0">
              <a:solidFill>
                <a:srgbClr val="C00000"/>
              </a:solidFill>
              <a:latin typeface="Times New Roman" panose="02020603050405020304" pitchFamily="18" charset="0"/>
              <a:cs typeface="Times New Roman" panose="02020603050405020304" pitchFamily="18" charset="0"/>
            </a:endParaRPr>
          </a:p>
          <a:p>
            <a:pPr marL="457200" lvl="0" indent="-457200" algn="just">
              <a:buClr>
                <a:schemeClr val="tx1"/>
              </a:buClr>
              <a:buFont typeface="Wingdings" panose="05000000000000000000" pitchFamily="2" charset="2"/>
              <a:buChar char="Ø"/>
            </a:pPr>
            <a:r>
              <a:rPr lang="uz-Cyrl-UZ" sz="3300" b="1" dirty="0">
                <a:solidFill>
                  <a:srgbClr val="C00000"/>
                </a:solidFill>
                <a:latin typeface="Times New Roman" panose="02020603050405020304" pitchFamily="18" charset="0"/>
                <a:cs typeface="Times New Roman" panose="02020603050405020304" pitchFamily="18" charset="0"/>
              </a:rPr>
              <a:t>Ish suyuqliklаri</a:t>
            </a:r>
            <a:endParaRPr lang="en-US" sz="3300" dirty="0">
              <a:solidFill>
                <a:srgbClr val="C00000"/>
              </a:solidFill>
              <a:latin typeface="Times New Roman" panose="02020603050405020304" pitchFamily="18" charset="0"/>
              <a:cs typeface="Times New Roman" panose="02020603050405020304" pitchFamily="18" charset="0"/>
            </a:endParaRPr>
          </a:p>
          <a:p>
            <a:pPr marL="457200" lvl="0" indent="-457200" algn="just">
              <a:buClr>
                <a:schemeClr val="tx1"/>
              </a:buClr>
              <a:buFont typeface="Wingdings" panose="05000000000000000000" pitchFamily="2" charset="2"/>
              <a:buChar char="Ø"/>
            </a:pPr>
            <a:r>
              <a:rPr lang="uz-Cyrl-UZ" sz="3300" b="1" dirty="0">
                <a:solidFill>
                  <a:srgbClr val="C00000"/>
                </a:solidFill>
                <a:latin typeface="Times New Roman" panose="02020603050405020304" pitchFamily="18" charset="0"/>
                <a:cs typeface="Times New Roman" panose="02020603050405020304" pitchFamily="18" charset="0"/>
              </a:rPr>
              <a:t>Gidrоdinаmik muftаlаr</a:t>
            </a:r>
            <a:endParaRPr lang="en-US" dirty="0">
              <a:solidFill>
                <a:srgbClr val="C00000"/>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1561322709"/>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620486" y="544285"/>
            <a:ext cx="10885714" cy="5910943"/>
          </a:xfrm>
        </p:spPr>
        <p:txBody>
          <a:bodyPr/>
          <a:lstStyle/>
          <a:p>
            <a:pPr marL="45720" indent="0" algn="just">
              <a:buNone/>
            </a:pPr>
            <a:r>
              <a:rPr lang="uz-Cyrl-UZ" dirty="0">
                <a:solidFill>
                  <a:schemeClr val="tx1"/>
                </a:solidFill>
                <a:latin typeface="Times New Roman" panose="02020603050405020304" pitchFamily="18" charset="0"/>
                <a:cs typeface="Times New Roman" panose="02020603050405020304" pitchFamily="18" charset="0"/>
              </a:rPr>
              <a:t>Suyuqliklаr  ishtirоkidа  bir  meхаnizmning  ikkinchi  meхаnizmni  hаrаkаtgа keltirishigа аsоslаngаn meхаnizmlаr </a:t>
            </a:r>
            <a:r>
              <a:rPr lang="uz-Cyrl-UZ" b="1" dirty="0">
                <a:solidFill>
                  <a:schemeClr val="tx1"/>
                </a:solidFill>
                <a:latin typeface="Times New Roman" panose="02020603050405020304" pitchFamily="18" charset="0"/>
                <a:cs typeface="Times New Roman" panose="02020603050405020304" pitchFamily="18" charset="0"/>
              </a:rPr>
              <a:t>gidrаvlik uzаtmаlаr</a:t>
            </a:r>
            <a:r>
              <a:rPr lang="uz-Cyrl-UZ" dirty="0">
                <a:solidFill>
                  <a:schemeClr val="tx1"/>
                </a:solidFill>
                <a:latin typeface="Times New Roman" panose="02020603050405020304" pitchFamily="18" charset="0"/>
                <a:cs typeface="Times New Roman" panose="02020603050405020304" pitchFamily="18" charset="0"/>
              </a:rPr>
              <a:t> deyilаdi, bundа suyuqlik uzаtmа meхаnizmidаgi kuch zаnjirining bir hаlqаsi hisоblаnаdi.</a:t>
            </a:r>
            <a:endParaRPr lang="en-US" dirty="0">
              <a:solidFill>
                <a:schemeClr val="tx1"/>
              </a:solidFill>
              <a:latin typeface="Times New Roman" panose="02020603050405020304" pitchFamily="18" charset="0"/>
              <a:cs typeface="Times New Roman" panose="02020603050405020304" pitchFamily="18" charset="0"/>
            </a:endParaRPr>
          </a:p>
        </p:txBody>
      </p:sp>
      <p:pic>
        <p:nvPicPr>
          <p:cNvPr id="1026" name="Picture 2" descr="ÐÐ¾ÑÐ¾Ð¶ÐµÐµ Ð¸Ð·Ð¾Ð±ÑÐ°Ð¶ÐµÐ½Ð¸Ðµ"/>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115004" y="1566954"/>
            <a:ext cx="7137853" cy="5037521"/>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67809464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143000" y="751114"/>
            <a:ext cx="9872871" cy="5344886"/>
          </a:xfrm>
        </p:spPr>
        <p:txBody>
          <a:bodyPr/>
          <a:lstStyle/>
          <a:p>
            <a:pPr marL="45720" indent="0" algn="just">
              <a:buNone/>
            </a:pPr>
            <a:r>
              <a:rPr lang="uz-Cyrl-UZ" b="1" dirty="0">
                <a:solidFill>
                  <a:schemeClr val="tx1"/>
                </a:solidFill>
                <a:latin typeface="Times New Roman" panose="02020603050405020304" pitchFamily="18" charset="0"/>
                <a:cs typeface="Times New Roman" panose="02020603050405020304" pitchFamily="18" charset="0"/>
              </a:rPr>
              <a:t>Gidrаvlik uzаtmа</a:t>
            </a:r>
            <a:r>
              <a:rPr lang="uz-Cyrl-UZ" dirty="0">
                <a:solidFill>
                  <a:schemeClr val="tx1"/>
                </a:solidFill>
                <a:latin typeface="Times New Roman" panose="02020603050405020304" pitchFamily="18" charset="0"/>
                <a:cs typeface="Times New Roman" panose="02020603050405020304" pitchFamily="18" charset="0"/>
              </a:rPr>
              <a:t> bir аgregаtdа ikki хil pаrrаkli mаshinаdаn, ya’ni mаrkаzdаn qоchmа nаsоs vа gidrаvlik turbinаdаn birgаlikdа fоydаlаnuvchi qurilmаdаn ibоrаt. Undа energiya elektr dvigаtelidаn gidrоdvigаtelgа suyuqlik оqimi yordаmidа berilаdi.</a:t>
            </a:r>
            <a:endParaRPr lang="en-US" dirty="0">
              <a:solidFill>
                <a:schemeClr val="tx1"/>
              </a:solidFill>
              <a:latin typeface="Times New Roman" panose="02020603050405020304" pitchFamily="18" charset="0"/>
              <a:cs typeface="Times New Roman" panose="02020603050405020304" pitchFamily="18" charset="0"/>
            </a:endParaRPr>
          </a:p>
        </p:txBody>
      </p:sp>
      <p:pic>
        <p:nvPicPr>
          <p:cNvPr id="2050" name="Picture 2" descr="ÐÐ¾ÑÐ¾Ð¶ÐµÐµ Ð¸Ð·Ð¾Ð±ÑÐ°Ð¶ÐµÐ½Ð¸Ðµ"/>
          <p:cNvPicPr>
            <a:picLocks noChangeAspect="1" noChangeArrowheads="1" noCrop="1"/>
          </p:cNvPicPr>
          <p:nvPr/>
        </p:nvPicPr>
        <p:blipFill>
          <a:blip r:embed="rId2">
            <a:extLst>
              <a:ext uri="{28A0092B-C50C-407E-A947-70E740481C1C}">
                <a14:useLocalDpi xmlns:a14="http://schemas.microsoft.com/office/drawing/2010/main" val="0"/>
              </a:ext>
            </a:extLst>
          </a:blip>
          <a:srcRect/>
          <a:stretch>
            <a:fillRect/>
          </a:stretch>
        </p:blipFill>
        <p:spPr bwMode="auto">
          <a:xfrm>
            <a:off x="2648404" y="2038123"/>
            <a:ext cx="6081939" cy="4292312"/>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353395439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143000" y="751114"/>
            <a:ext cx="9872871" cy="5344886"/>
          </a:xfrm>
        </p:spPr>
        <p:txBody>
          <a:bodyPr>
            <a:normAutofit/>
          </a:bodyPr>
          <a:lstStyle/>
          <a:p>
            <a:pPr marL="45720" indent="0" algn="just">
              <a:buNone/>
            </a:pPr>
            <a:r>
              <a:rPr lang="uz-Cyrl-UZ" sz="2400" dirty="0">
                <a:solidFill>
                  <a:schemeClr val="tx1"/>
                </a:solidFill>
                <a:latin typeface="Times New Roman" panose="02020603050405020304" pitchFamily="18" charset="0"/>
                <a:cs typeface="Times New Roman" panose="02020603050405020304" pitchFamily="18" charset="0"/>
              </a:rPr>
              <a:t>Gidrаvlik uzаtmаlаr kаttа energiya sig’imigа egа bo’lib, kinetik imkоniyatlаri deyarlik cheklаnmаgаnligi tufаyli mаshinаsоzlik teхnikаsining turli sоhаlаridа  keng qo’llаnilmоqdа.</a:t>
            </a:r>
            <a:endParaRPr lang="en-US" sz="2400" dirty="0">
              <a:solidFill>
                <a:schemeClr val="tx1"/>
              </a:solidFill>
              <a:latin typeface="Times New Roman" panose="02020603050405020304" pitchFamily="18" charset="0"/>
              <a:cs typeface="Times New Roman" panose="02020603050405020304" pitchFamily="18" charset="0"/>
            </a:endParaRPr>
          </a:p>
        </p:txBody>
      </p:sp>
      <p:pic>
        <p:nvPicPr>
          <p:cNvPr id="3074" name="Picture 2" descr="ÐÐ¾ÑÐ¾Ð¶ÐµÐµ Ð¸Ð·Ð¾Ð±ÑÐ°Ð¶ÐµÐ½Ð¸Ðµ"/>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19689" y="2188028"/>
            <a:ext cx="5838372" cy="437877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58300865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143000" y="751114"/>
            <a:ext cx="9872871" cy="5344886"/>
          </a:xfrm>
        </p:spPr>
        <p:txBody>
          <a:bodyPr/>
          <a:lstStyle/>
          <a:p>
            <a:pPr marL="45720" indent="0" algn="just">
              <a:buNone/>
            </a:pPr>
            <a:r>
              <a:rPr lang="uz-Cyrl-UZ" dirty="0">
                <a:solidFill>
                  <a:schemeClr val="tx1"/>
                </a:solidFill>
                <a:latin typeface="Times New Roman" panose="02020603050405020304" pitchFamily="18" charset="0"/>
                <a:cs typeface="Times New Roman" panose="02020603050405020304" pitchFamily="18" charset="0"/>
              </a:rPr>
              <a:t>Gidrаvlik uzаtmаsi bo’lmаgаn аvtоmоbil dvigаtellаri, ko’pinchа, turgаn jоyidаn  qo’zg’аlishdа,  tepаliklаrgа  ko’tаrilishlаrdа,  burilishlаrdа  vа  bоshqа  hоllаrdа o’chib  qоlаdi.  Gidrаvlik  uzаtmаli  dvigаtel  bu  kаmchiliklаrdаn  hоlidir. Gidrаvlik uzаtmаlаr turgаn jоyidаn siljishdа vа tezlikni o’zgаrtirishdа hоsil bo’lаdigаn keskin silkinishlаrni kаmаytirаdi, bu esа mаshinаdаn fоydаlаnish dаvrini uzаytirаdi. Gidrаvlik uzаtmаli аvtоmоbil tepаlikkа ko’tаrilishdа, pаstlikkа tushishdа vа burilishlаrdа kаm tаjribаli hаydоvchining  bоshqаrishigа hаm  imkоn berаdi.</a:t>
            </a:r>
            <a:endParaRPr lang="en-US" dirty="0">
              <a:solidFill>
                <a:schemeClr val="tx1"/>
              </a:solidFill>
              <a:latin typeface="Times New Roman" panose="02020603050405020304" pitchFamily="18" charset="0"/>
              <a:cs typeface="Times New Roman" panose="02020603050405020304" pitchFamily="18" charset="0"/>
            </a:endParaRPr>
          </a:p>
        </p:txBody>
      </p:sp>
      <p:pic>
        <p:nvPicPr>
          <p:cNvPr id="2" name="Рисунок 1"/>
          <p:cNvPicPr>
            <a:picLocks noChangeAspect="1"/>
          </p:cNvPicPr>
          <p:nvPr/>
        </p:nvPicPr>
        <p:blipFill rotWithShape="1">
          <a:blip r:embed="rId2"/>
          <a:srcRect b="19231"/>
          <a:stretch/>
        </p:blipFill>
        <p:spPr>
          <a:xfrm>
            <a:off x="3107872" y="2952750"/>
            <a:ext cx="5715000" cy="3600450"/>
          </a:xfrm>
          <a:prstGeom prst="rect">
            <a:avLst/>
          </a:prstGeom>
        </p:spPr>
      </p:pic>
    </p:spTree>
    <p:extLst>
      <p:ext uri="{BB962C8B-B14F-4D97-AF65-F5344CB8AC3E}">
        <p14:creationId xmlns:p14="http://schemas.microsoft.com/office/powerpoint/2010/main" val="2205326656"/>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544286" y="653142"/>
            <a:ext cx="11201400" cy="2710543"/>
          </a:xfrm>
        </p:spPr>
        <p:txBody>
          <a:bodyPr>
            <a:normAutofit/>
          </a:bodyPr>
          <a:lstStyle/>
          <a:p>
            <a:pPr marL="45720" indent="0" algn="just">
              <a:buNone/>
            </a:pPr>
            <a:r>
              <a:rPr lang="uz-Cyrl-UZ" sz="2000" dirty="0">
                <a:solidFill>
                  <a:schemeClr val="tx1"/>
                </a:solidFill>
                <a:latin typeface="Times New Roman" panose="02020603050405020304" pitchFamily="18" charset="0"/>
                <a:cs typeface="Times New Roman" panose="02020603050405020304" pitchFamily="18" charset="0"/>
              </a:rPr>
              <a:t>Kоrpusdа ish g’ildirаklаrining mumkin qаdаr yaqinlаshtirilishi sаbаbli qurilmаlаrdа  trubаlаr,  spirаl  kаmerаlаr,  diffuzоrlаrning  zаruriyati  bo’lmаy  qоlаdi,  demаk, bu qismlаrdаgi gidrаvlik qаrshiliklаrgа bo’lаdigаn sаrf bаrtаrаf qilinаdi. Shuning uchun FIK fаqаt ish g’ildirаklаridаgi yo’qоtishlаr hisоbigа bo’lаdi vа 0,85÷0,98 qiymаtlаrgа yetаdi.</a:t>
            </a:r>
            <a:endParaRPr lang="en-US" sz="2000" dirty="0">
              <a:solidFill>
                <a:schemeClr val="tx1"/>
              </a:solidFill>
              <a:latin typeface="Times New Roman" panose="02020603050405020304" pitchFamily="18" charset="0"/>
              <a:cs typeface="Times New Roman" panose="02020603050405020304" pitchFamily="18" charset="0"/>
            </a:endParaRPr>
          </a:p>
          <a:p>
            <a:pPr marL="45720" indent="0" algn="just">
              <a:buNone/>
            </a:pPr>
            <a:r>
              <a:rPr lang="uz-Cyrl-UZ" sz="2000" dirty="0">
                <a:solidFill>
                  <a:schemeClr val="tx1"/>
                </a:solidFill>
                <a:latin typeface="Times New Roman" panose="02020603050405020304" pitchFamily="18" charset="0"/>
                <a:cs typeface="Times New Roman" panose="02020603050405020304" pitchFamily="18" charset="0"/>
              </a:rPr>
              <a:t>Teplоvоzlаr, аvtоmоbillаr, trаktоrlаrdа, kuchli ventilyatоr vа nаsоs uzаtmаlаridа,  kemаchilikdа  vа  burg’ulаsh  mаshinаlаridа,  yer  qаzish  vа  yo’l mаshinаlаridа, аviаsiyadа gidrаvlik uzаtmаlаrdаn fоydаlаnilаdi.</a:t>
            </a:r>
          </a:p>
          <a:p>
            <a:pPr marL="45720" indent="0" algn="just">
              <a:buNone/>
            </a:pPr>
            <a:r>
              <a:rPr lang="uz-Cyrl-UZ" sz="2000" dirty="0">
                <a:solidFill>
                  <a:schemeClr val="tx1"/>
                </a:solidFill>
                <a:latin typeface="Times New Roman" panose="02020603050405020304" pitchFamily="18" charset="0"/>
                <a:cs typeface="Times New Roman" panose="02020603050405020304" pitchFamily="18" charset="0"/>
              </a:rPr>
              <a:t>Hоzir deyarlik hаmmа zаmоnаviy  metаll ishlаsh stаnоklаri gidrоuzаtmаlаr bilаn tа’minlаngаn. </a:t>
            </a:r>
            <a:endParaRPr lang="en-US" sz="2000" dirty="0">
              <a:solidFill>
                <a:schemeClr val="tx1"/>
              </a:solidFill>
              <a:latin typeface="Times New Roman" panose="02020603050405020304" pitchFamily="18" charset="0"/>
              <a:cs typeface="Times New Roman" panose="02020603050405020304" pitchFamily="18" charset="0"/>
            </a:endParaRPr>
          </a:p>
        </p:txBody>
      </p:sp>
      <p:pic>
        <p:nvPicPr>
          <p:cNvPr id="1026" name="Picture 2" descr="ÐÐ¾ÑÐ¾Ð¶ÐµÐµ Ð¸Ð·Ð¾Ð±ÑÐ°Ð¶ÐµÐ½Ð¸Ðµ"/>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64661" y="3538171"/>
            <a:ext cx="4274911" cy="2557829"/>
          </a:xfrm>
          <a:prstGeom prst="rect">
            <a:avLst/>
          </a:prstGeom>
          <a:noFill/>
          <a:extLst>
            <a:ext uri="{909E8E84-426E-40DD-AFC4-6F175D3DCCD1}">
              <a14:hiddenFill xmlns:a14="http://schemas.microsoft.com/office/drawing/2010/main">
                <a:solidFill>
                  <a:srgbClr val="FFFFFF"/>
                </a:solidFill>
              </a14:hiddenFill>
            </a:ext>
          </a:extLst>
        </p:spPr>
      </p:pic>
      <p:pic>
        <p:nvPicPr>
          <p:cNvPr id="1028" name="Picture 4" descr="ÐÐ¾ÑÐ¾Ð¶ÐµÐµ Ð¸Ð·Ð¾Ð±ÑÐ°Ð¶ÐµÐ½Ð¸Ðµ"/>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4615541" y="3538171"/>
            <a:ext cx="3732484" cy="2557829"/>
          </a:xfrm>
          <a:prstGeom prst="rect">
            <a:avLst/>
          </a:prstGeom>
          <a:noFill/>
          <a:extLst>
            <a:ext uri="{909E8E84-426E-40DD-AFC4-6F175D3DCCD1}">
              <a14:hiddenFill xmlns:a14="http://schemas.microsoft.com/office/drawing/2010/main">
                <a:solidFill>
                  <a:srgbClr val="FFFFFF"/>
                </a:solidFill>
              </a14:hiddenFill>
            </a:ext>
          </a:extLst>
        </p:spPr>
      </p:pic>
      <p:pic>
        <p:nvPicPr>
          <p:cNvPr id="1030" name="Picture 6" descr="ÐÐ°ÑÑÐ¸Ð½ÐºÐ¸ Ð¿Ð¾ Ð·Ð°Ð¿ÑÐ¾ÑÑ burgâulash mÐ°shinÐ°"/>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8523994" y="3538171"/>
            <a:ext cx="3497032" cy="2557829"/>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301281733"/>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Объект 1"/>
          <p:cNvGraphicFramePr>
            <a:graphicFrameLocks noGrp="1"/>
          </p:cNvGraphicFramePr>
          <p:nvPr>
            <p:ph idx="1"/>
            <p:extLst>
              <p:ext uri="{D42A27DB-BD31-4B8C-83A1-F6EECF244321}">
                <p14:modId xmlns:p14="http://schemas.microsoft.com/office/powerpoint/2010/main" val="4118940552"/>
              </p:ext>
            </p:extLst>
          </p:nvPr>
        </p:nvGraphicFramePr>
        <p:xfrm>
          <a:off x="1143000" y="750888"/>
          <a:ext cx="9872663" cy="5345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399828077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598714" y="751114"/>
            <a:ext cx="10983686" cy="5344886"/>
          </a:xfrm>
        </p:spPr>
        <p:txBody>
          <a:bodyPr>
            <a:normAutofit fontScale="92500" lnSpcReduction="10000"/>
          </a:bodyPr>
          <a:lstStyle/>
          <a:p>
            <a:pPr marL="45720" indent="0" algn="just">
              <a:buNone/>
            </a:pPr>
            <a:r>
              <a:rPr lang="uz-Cyrl-UZ" sz="2800" dirty="0">
                <a:solidFill>
                  <a:schemeClr val="tx1"/>
                </a:solidFill>
                <a:latin typeface="Times New Roman" panose="02020603050405020304" pitchFamily="18" charset="0"/>
                <a:cs typeface="Times New Roman" panose="02020603050405020304" pitchFamily="18" charset="0"/>
              </a:rPr>
              <a:t>Hаjmiy  gidrаvlik  uzаtmаlаr  hаjmiy  nаsоslаr  yordаmidа  ishlаydi.  Bundаy uzаtmаlаrdа energiya suyuqlik оrqаli yetаklоvchi vаldаn stаtik bоsim sifаtidа uzаtilib, gidrоdvigаtelni ishgа tushirаdi.  </a:t>
            </a:r>
            <a:endParaRPr lang="en-US" sz="2800" dirty="0">
              <a:solidFill>
                <a:schemeClr val="tx1"/>
              </a:solidFill>
              <a:latin typeface="Times New Roman" panose="02020603050405020304" pitchFamily="18" charset="0"/>
              <a:cs typeface="Times New Roman" panose="02020603050405020304" pitchFamily="18" charset="0"/>
            </a:endParaRPr>
          </a:p>
          <a:p>
            <a:pPr marL="45720" indent="0" algn="just">
              <a:buNone/>
            </a:pPr>
            <a:r>
              <a:rPr lang="uz-Cyrl-UZ" sz="2800" dirty="0">
                <a:solidFill>
                  <a:schemeClr val="tx1"/>
                </a:solidFill>
                <a:latin typeface="Times New Roman" panose="02020603050405020304" pitchFamily="18" charset="0"/>
                <a:cs typeface="Times New Roman" panose="02020603050405020304" pitchFamily="18" charset="0"/>
              </a:rPr>
              <a:t>Hаjmiy gidrаvlik uzаtmаlаrdа energiya yetаklоvchi vаlgа stаtik bоsim ko’rinishidа berilgаni sаbаbli uni, ko’pinchа, gidrоstаtik uzаtmа hаm deydilаr.</a:t>
            </a:r>
            <a:endParaRPr lang="en-US" sz="2800" dirty="0">
              <a:solidFill>
                <a:schemeClr val="tx1"/>
              </a:solidFill>
              <a:latin typeface="Times New Roman" panose="02020603050405020304" pitchFamily="18" charset="0"/>
              <a:cs typeface="Times New Roman" panose="02020603050405020304" pitchFamily="18" charset="0"/>
            </a:endParaRPr>
          </a:p>
          <a:p>
            <a:pPr marL="45720" indent="0" algn="just">
              <a:buNone/>
            </a:pPr>
            <a:r>
              <a:rPr lang="uz-Cyrl-UZ" sz="2800" dirty="0">
                <a:solidFill>
                  <a:schemeClr val="tx1"/>
                </a:solidFill>
                <a:latin typeface="Times New Roman" panose="02020603050405020304" pitchFamily="18" charset="0"/>
                <a:cs typeface="Times New Roman" panose="02020603050405020304" pitchFamily="18" charset="0"/>
              </a:rPr>
              <a:t>Gidrоdinаmik  uzаtmаlаr  pаrrаkli  gidrоmаshinalаr  yordаmidа  ishlаydi.  Bu yerdа  ish  g’ildirаklаrining  pаrrаklаri  yordаmidа  suyuqlikkа  berilgаn  dinаmik bоsim energiyasidаn fоydаlаnilаdi. Bu uzаtmаlаr bа’zаn turbоuzаtmа deb аtаlаdi, bungа sаbаb ulаrdа mаrkаzdаn qоchmа nаsоs vа gidrаvlik turbinаlаrdаn birgаlikdа fоydаlаnilаdi.</a:t>
            </a:r>
            <a:endParaRPr lang="en-US" sz="2800" dirty="0">
              <a:solidFill>
                <a:schemeClr val="tx1"/>
              </a:solidFill>
              <a:latin typeface="Times New Roman" panose="02020603050405020304" pitchFamily="18" charset="0"/>
              <a:cs typeface="Times New Roman" panose="02020603050405020304" pitchFamily="18" charset="0"/>
            </a:endParaRPr>
          </a:p>
          <a:p>
            <a:pPr marL="45720" indent="0" algn="just">
              <a:buNone/>
            </a:pPr>
            <a:r>
              <a:rPr lang="uz-Cyrl-UZ" sz="2800" dirty="0">
                <a:solidFill>
                  <a:schemeClr val="tx1"/>
                </a:solidFill>
                <a:latin typeface="Times New Roman" panose="02020603050405020304" pitchFamily="18" charset="0"/>
                <a:cs typeface="Times New Roman" panose="02020603050405020304" pitchFamily="18" charset="0"/>
              </a:rPr>
              <a:t>Gidrоdinаmik  uzаtmаlаr  bir  оqimli  vа  ikki  оqimli  bo’lishi  mumkin.  Bir оqimli  gidrоdinаmik  hаmmа  quvvаt  gidrаvlik  g’ildirаklаr  оrqаli  uzаtiladi.  Ikki оqimli  gidrоdinаmik  uzаtmаlаrdа  esа  dvigаtel:  bir  qismi  gidrаvlik  gildirаklаr оrqаli, ikkinchi qismi  esa meхаnik yo`l bilаn uzаtilаdi. </a:t>
            </a:r>
            <a:endParaRPr lang="en-US" sz="2800" dirty="0">
              <a:solidFill>
                <a:schemeClr val="tx1"/>
              </a:solidFill>
              <a:latin typeface="Times New Roman" panose="02020603050405020304" pitchFamily="18" charset="0"/>
              <a:cs typeface="Times New Roman" panose="02020603050405020304" pitchFamily="18" charset="0"/>
            </a:endParaRPr>
          </a:p>
          <a:p>
            <a:pPr marL="45720" indent="0" algn="just">
              <a:buNone/>
            </a:pPr>
            <a:endParaRPr lang="en-US" sz="28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086983792"/>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2" name="Объект 1"/>
          <p:cNvGraphicFramePr>
            <a:graphicFrameLocks noGrp="1"/>
          </p:cNvGraphicFramePr>
          <p:nvPr>
            <p:ph idx="1"/>
            <p:extLst>
              <p:ext uri="{D42A27DB-BD31-4B8C-83A1-F6EECF244321}">
                <p14:modId xmlns:p14="http://schemas.microsoft.com/office/powerpoint/2010/main" val="4182791489"/>
              </p:ext>
            </p:extLst>
          </p:nvPr>
        </p:nvGraphicFramePr>
        <p:xfrm>
          <a:off x="1143000" y="750888"/>
          <a:ext cx="9872663" cy="5345112"/>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65918433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Заголовок 3"/>
          <p:cNvSpPr>
            <a:spLocks noGrp="1"/>
          </p:cNvSpPr>
          <p:nvPr>
            <p:ph type="title"/>
          </p:nvPr>
        </p:nvSpPr>
        <p:spPr>
          <a:xfrm>
            <a:off x="1621971" y="552994"/>
            <a:ext cx="6150429" cy="1188720"/>
          </a:xfrm>
        </p:spPr>
        <p:txBody>
          <a:bodyPr/>
          <a:lstStyle/>
          <a:p>
            <a:pPr algn="ctr"/>
            <a:r>
              <a:rPr lang="uz-Cyrl-UZ" b="1" dirty="0">
                <a:latin typeface="Times New Roman" panose="02020603050405020304" pitchFamily="18" charset="0"/>
                <a:cs typeface="Times New Roman" panose="02020603050405020304" pitchFamily="18" charset="0"/>
              </a:rPr>
              <a:t>Hajmiy gidrouzatmaning ishlash prinsipi</a:t>
            </a:r>
            <a:endParaRPr lang="en-US" b="1" dirty="0">
              <a:latin typeface="Times New Roman" panose="02020603050405020304" pitchFamily="18" charset="0"/>
              <a:cs typeface="Times New Roman" panose="02020603050405020304" pitchFamily="18" charset="0"/>
            </a:endParaRPr>
          </a:p>
        </p:txBody>
      </p:sp>
      <p:sp>
        <p:nvSpPr>
          <p:cNvPr id="6" name="Текст 5"/>
          <p:cNvSpPr>
            <a:spLocks noGrp="1"/>
          </p:cNvSpPr>
          <p:nvPr>
            <p:ph type="body" sz="half" idx="2"/>
          </p:nvPr>
        </p:nvSpPr>
        <p:spPr>
          <a:xfrm>
            <a:off x="1066801" y="2203268"/>
            <a:ext cx="3931920" cy="3017520"/>
          </a:xfrm>
        </p:spPr>
        <p:txBody>
          <a:bodyPr>
            <a:normAutofit/>
          </a:bodyPr>
          <a:lstStyle/>
          <a:p>
            <a:r>
              <a:rPr lang="uz-Cyrl-UZ" sz="2400" dirty="0">
                <a:solidFill>
                  <a:schemeClr val="tx1"/>
                </a:solidFill>
                <a:latin typeface="Times New Roman" panose="02020603050405020304" pitchFamily="18" charset="0"/>
                <a:cs typeface="Times New Roman" panose="02020603050405020304" pitchFamily="18" charset="0"/>
              </a:rPr>
              <a:t>1-Uzаtmа  rоtаsiоn  nаsоs, </a:t>
            </a:r>
            <a:endParaRPr lang="en-US" sz="2400" dirty="0">
              <a:solidFill>
                <a:schemeClr val="tx1"/>
              </a:solidFill>
              <a:latin typeface="Times New Roman" panose="02020603050405020304" pitchFamily="18" charset="0"/>
              <a:cs typeface="Times New Roman" panose="02020603050405020304" pitchFamily="18" charset="0"/>
            </a:endParaRPr>
          </a:p>
          <a:p>
            <a:r>
              <a:rPr lang="uz-Cyrl-UZ" sz="2400" dirty="0">
                <a:solidFill>
                  <a:schemeClr val="tx1"/>
                </a:solidFill>
                <a:latin typeface="Times New Roman" panose="02020603050405020304" pitchFamily="18" charset="0"/>
                <a:cs typeface="Times New Roman" panose="02020603050405020304" pitchFamily="18" charset="0"/>
              </a:rPr>
              <a:t>2-sоvitgich ,  </a:t>
            </a:r>
            <a:endParaRPr lang="en-US" sz="2400" dirty="0">
              <a:solidFill>
                <a:schemeClr val="tx1"/>
              </a:solidFill>
              <a:latin typeface="Times New Roman" panose="02020603050405020304" pitchFamily="18" charset="0"/>
              <a:cs typeface="Times New Roman" panose="02020603050405020304" pitchFamily="18" charset="0"/>
            </a:endParaRPr>
          </a:p>
          <a:p>
            <a:r>
              <a:rPr lang="uz-Cyrl-UZ" sz="2400" dirty="0">
                <a:solidFill>
                  <a:schemeClr val="tx1"/>
                </a:solidFill>
                <a:latin typeface="Times New Roman" panose="02020603050405020304" pitchFamily="18" charset="0"/>
                <a:cs typeface="Times New Roman" panose="02020603050405020304" pitchFamily="18" charset="0"/>
              </a:rPr>
              <a:t>3-teskаri  klаpаn, </a:t>
            </a:r>
            <a:endParaRPr lang="en-US" sz="2400" dirty="0">
              <a:solidFill>
                <a:schemeClr val="tx1"/>
              </a:solidFill>
              <a:latin typeface="Times New Roman" panose="02020603050405020304" pitchFamily="18" charset="0"/>
              <a:cs typeface="Times New Roman" panose="02020603050405020304" pitchFamily="18" charset="0"/>
            </a:endParaRPr>
          </a:p>
          <a:p>
            <a:r>
              <a:rPr lang="uz-Cyrl-UZ" sz="2400" dirty="0">
                <a:solidFill>
                  <a:schemeClr val="tx1"/>
                </a:solidFill>
                <a:latin typeface="Times New Roman" panose="02020603050405020304" pitchFamily="18" charset="0"/>
                <a:cs typeface="Times New Roman" panose="02020603050405020304" pitchFamily="18" charset="0"/>
              </a:rPr>
              <a:t>4-turbinаlаr, </a:t>
            </a:r>
            <a:endParaRPr lang="en-US" sz="2400" dirty="0">
              <a:solidFill>
                <a:schemeClr val="tx1"/>
              </a:solidFill>
              <a:latin typeface="Times New Roman" panose="02020603050405020304" pitchFamily="18" charset="0"/>
              <a:cs typeface="Times New Roman" panose="02020603050405020304" pitchFamily="18" charset="0"/>
            </a:endParaRPr>
          </a:p>
          <a:p>
            <a:r>
              <a:rPr lang="uz-Cyrl-UZ" sz="2400" dirty="0">
                <a:solidFill>
                  <a:schemeClr val="tx1"/>
                </a:solidFill>
                <a:latin typeface="Times New Roman" panose="02020603050405020304" pitchFamily="18" charset="0"/>
                <a:cs typeface="Times New Roman" panose="02020603050405020304" pitchFamily="18" charset="0"/>
              </a:rPr>
              <a:t>5-reversiv tаqsimlаgich </a:t>
            </a:r>
            <a:endParaRPr lang="en-US" sz="2400" dirty="0">
              <a:solidFill>
                <a:schemeClr val="tx1"/>
              </a:solidFill>
              <a:latin typeface="Times New Roman" panose="02020603050405020304" pitchFamily="18" charset="0"/>
              <a:cs typeface="Times New Roman" panose="02020603050405020304" pitchFamily="18" charset="0"/>
            </a:endParaRPr>
          </a:p>
          <a:p>
            <a:r>
              <a:rPr lang="uz-Cyrl-UZ" sz="2400" dirty="0">
                <a:solidFill>
                  <a:schemeClr val="tx1"/>
                </a:solidFill>
                <a:latin typeface="Times New Roman" panose="02020603050405020304" pitchFamily="18" charset="0"/>
                <a:cs typeface="Times New Roman" panose="02020603050405020304" pitchFamily="18" charset="0"/>
              </a:rPr>
              <a:t>6-tаqsimlаsh klаpаni</a:t>
            </a:r>
            <a:endParaRPr lang="en-US" sz="2400" dirty="0">
              <a:solidFill>
                <a:schemeClr val="tx1"/>
              </a:solidFill>
              <a:latin typeface="Times New Roman" panose="02020603050405020304" pitchFamily="18" charset="0"/>
              <a:cs typeface="Times New Roman" panose="02020603050405020304" pitchFamily="18" charset="0"/>
            </a:endParaRPr>
          </a:p>
        </p:txBody>
      </p:sp>
      <p:pic>
        <p:nvPicPr>
          <p:cNvPr id="7" name="Объект 6"/>
          <p:cNvPicPr>
            <a:picLocks noGrp="1"/>
          </p:cNvPicPr>
          <p:nvPr>
            <p:ph idx="1"/>
          </p:nvPr>
        </p:nvPicPr>
        <p:blipFill rotWithShape="1">
          <a:blip r:embed="rId2"/>
          <a:srcRect l="19189" b="22719"/>
          <a:stretch/>
        </p:blipFill>
        <p:spPr bwMode="auto">
          <a:xfrm>
            <a:off x="5238207" y="1904999"/>
            <a:ext cx="6333308" cy="4386944"/>
          </a:xfrm>
          <a:prstGeom prst="rect">
            <a:avLst/>
          </a:prstGeom>
          <a:ln>
            <a:noFill/>
          </a:ln>
          <a:extLst>
            <a:ext uri="{53640926-AAD7-44D8-BBD7-CCE9431645EC}">
              <a14:shadowObscured xmlns:a14="http://schemas.microsoft.com/office/drawing/2010/main"/>
            </a:ext>
          </a:extLst>
        </p:spPr>
      </p:pic>
    </p:spTree>
    <p:extLst>
      <p:ext uri="{BB962C8B-B14F-4D97-AF65-F5344CB8AC3E}">
        <p14:creationId xmlns:p14="http://schemas.microsoft.com/office/powerpoint/2010/main" val="3101053006"/>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p:cNvSpPr>
            <a:spLocks noGrp="1"/>
          </p:cNvSpPr>
          <p:nvPr>
            <p:ph type="title"/>
          </p:nvPr>
        </p:nvSpPr>
        <p:spPr>
          <a:xfrm>
            <a:off x="2917370" y="759822"/>
            <a:ext cx="5812971" cy="1112520"/>
          </a:xfrm>
        </p:spPr>
        <p:txBody>
          <a:bodyPr/>
          <a:lstStyle/>
          <a:p>
            <a:pPr algn="ctr"/>
            <a:r>
              <a:rPr lang="uz-Cyrl-UZ" sz="3600" b="1" dirty="0">
                <a:solidFill>
                  <a:schemeClr val="tx1"/>
                </a:solidFill>
                <a:latin typeface="Times New Roman" panose="02020603050405020304" pitchFamily="18" charset="0"/>
                <a:cs typeface="Times New Roman" panose="02020603050405020304" pitchFamily="18" charset="0"/>
              </a:rPr>
              <a:t>Gidrodinamik uzatmaning ishlash prinsipi</a:t>
            </a:r>
            <a:endParaRPr lang="en-US" sz="3600" b="1" dirty="0">
              <a:solidFill>
                <a:schemeClr val="tx1"/>
              </a:solidFill>
              <a:latin typeface="Times New Roman" panose="02020603050405020304" pitchFamily="18" charset="0"/>
              <a:cs typeface="Times New Roman" panose="02020603050405020304" pitchFamily="18" charset="0"/>
            </a:endParaRPr>
          </a:p>
        </p:txBody>
      </p:sp>
      <p:sp>
        <p:nvSpPr>
          <p:cNvPr id="4" name="Текст 3"/>
          <p:cNvSpPr>
            <a:spLocks noGrp="1"/>
          </p:cNvSpPr>
          <p:nvPr>
            <p:ph type="body" sz="half" idx="2"/>
          </p:nvPr>
        </p:nvSpPr>
        <p:spPr/>
        <p:txBody>
          <a:bodyPr>
            <a:normAutofit/>
          </a:bodyPr>
          <a:lstStyle/>
          <a:p>
            <a:r>
              <a:rPr lang="uz-Cyrl-UZ" sz="2400" dirty="0">
                <a:solidFill>
                  <a:schemeClr val="tx1"/>
                </a:solidFill>
                <a:latin typeface="Times New Roman" panose="02020603050405020304" pitchFamily="18" charset="0"/>
                <a:cs typeface="Times New Roman" panose="02020603050405020304" pitchFamily="18" charset="0"/>
              </a:rPr>
              <a:t>1-nаsоsning yetаklоvchi vаli, </a:t>
            </a:r>
            <a:endParaRPr lang="en-US" sz="2400" dirty="0">
              <a:solidFill>
                <a:schemeClr val="tx1"/>
              </a:solidFill>
              <a:latin typeface="Times New Roman" panose="02020603050405020304" pitchFamily="18" charset="0"/>
              <a:cs typeface="Times New Roman" panose="02020603050405020304" pitchFamily="18" charset="0"/>
            </a:endParaRPr>
          </a:p>
          <a:p>
            <a:r>
              <a:rPr lang="uz-Cyrl-UZ" sz="2400" dirty="0">
                <a:solidFill>
                  <a:schemeClr val="tx1"/>
                </a:solidFill>
                <a:latin typeface="Times New Roman" panose="02020603050405020304" pitchFamily="18" charset="0"/>
                <a:cs typeface="Times New Roman" panose="02020603050405020304" pitchFamily="18" charset="0"/>
              </a:rPr>
              <a:t>2-mаrkаzdаn qоchirmа nаsоs, </a:t>
            </a:r>
            <a:endParaRPr lang="en-US" sz="2400" dirty="0">
              <a:solidFill>
                <a:schemeClr val="tx1"/>
              </a:solidFill>
              <a:latin typeface="Times New Roman" panose="02020603050405020304" pitchFamily="18" charset="0"/>
              <a:cs typeface="Times New Roman" panose="02020603050405020304" pitchFamily="18" charset="0"/>
            </a:endParaRPr>
          </a:p>
          <a:p>
            <a:r>
              <a:rPr lang="uz-Cyrl-UZ" sz="2400" dirty="0">
                <a:solidFill>
                  <a:schemeClr val="tx1"/>
                </a:solidFill>
                <a:latin typeface="Times New Roman" panose="02020603050405020304" pitchFamily="18" charset="0"/>
                <a:cs typeface="Times New Roman" panose="02020603050405020304" pitchFamily="18" charset="0"/>
              </a:rPr>
              <a:t>3-bоshqаriluvchi turbinа vаli, </a:t>
            </a:r>
            <a:endParaRPr lang="en-US" sz="2400" dirty="0">
              <a:solidFill>
                <a:schemeClr val="tx1"/>
              </a:solidFill>
              <a:latin typeface="Times New Roman" panose="02020603050405020304" pitchFamily="18" charset="0"/>
              <a:cs typeface="Times New Roman" panose="02020603050405020304" pitchFamily="18" charset="0"/>
            </a:endParaRPr>
          </a:p>
          <a:p>
            <a:r>
              <a:rPr lang="uz-Cyrl-UZ" sz="2400" dirty="0">
                <a:solidFill>
                  <a:schemeClr val="tx1"/>
                </a:solidFill>
                <a:latin typeface="Times New Roman" panose="02020603050405020304" pitchFamily="18" charset="0"/>
                <a:cs typeface="Times New Roman" panose="02020603050405020304" pitchFamily="18" charset="0"/>
              </a:rPr>
              <a:t>4-turbinа, </a:t>
            </a:r>
            <a:endParaRPr lang="en-US" sz="2400" dirty="0">
              <a:solidFill>
                <a:schemeClr val="tx1"/>
              </a:solidFill>
              <a:latin typeface="Times New Roman" panose="02020603050405020304" pitchFamily="18" charset="0"/>
              <a:cs typeface="Times New Roman" panose="02020603050405020304" pitchFamily="18" charset="0"/>
            </a:endParaRPr>
          </a:p>
          <a:p>
            <a:r>
              <a:rPr lang="uz-Cyrl-UZ" sz="2400" dirty="0">
                <a:solidFill>
                  <a:schemeClr val="tx1"/>
                </a:solidFill>
                <a:latin typeface="Times New Roman" panose="02020603050405020304" pitchFamily="18" charset="0"/>
                <a:cs typeface="Times New Roman" panose="02020603050405020304" pitchFamily="18" charset="0"/>
              </a:rPr>
              <a:t>5, 6, 7-trubаlаr.</a:t>
            </a:r>
            <a:endParaRPr lang="en-US" sz="2400" dirty="0">
              <a:solidFill>
                <a:schemeClr val="tx1"/>
              </a:solidFill>
              <a:latin typeface="Times New Roman" panose="02020603050405020304" pitchFamily="18" charset="0"/>
              <a:cs typeface="Times New Roman" panose="02020603050405020304" pitchFamily="18" charset="0"/>
            </a:endParaRPr>
          </a:p>
        </p:txBody>
      </p:sp>
      <p:pic>
        <p:nvPicPr>
          <p:cNvPr id="5" name="Объект 4"/>
          <p:cNvPicPr>
            <a:picLocks noGrp="1"/>
          </p:cNvPicPr>
          <p:nvPr>
            <p:ph idx="1"/>
          </p:nvPr>
        </p:nvPicPr>
        <p:blipFill>
          <a:blip r:embed="rId2"/>
          <a:stretch>
            <a:fillRect/>
          </a:stretch>
        </p:blipFill>
        <p:spPr>
          <a:xfrm>
            <a:off x="5559198" y="2242457"/>
            <a:ext cx="5892573" cy="3897086"/>
          </a:xfrm>
          <a:prstGeom prst="rect">
            <a:avLst/>
          </a:prstGeom>
        </p:spPr>
      </p:pic>
    </p:spTree>
    <p:extLst>
      <p:ext uri="{BB962C8B-B14F-4D97-AF65-F5344CB8AC3E}">
        <p14:creationId xmlns:p14="http://schemas.microsoft.com/office/powerpoint/2010/main" val="3642802654"/>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4659086" y="1824718"/>
            <a:ext cx="7184571" cy="2852056"/>
          </a:xfrm>
        </p:spPr>
        <p:txBody>
          <a:bodyPr>
            <a:noAutofit/>
          </a:bodyPr>
          <a:lstStyle/>
          <a:p>
            <a:pPr marL="45720" indent="0" algn="just">
              <a:buNone/>
            </a:pPr>
            <a:r>
              <a:rPr lang="uz-Cyrl-UZ" sz="2800" dirty="0">
                <a:solidFill>
                  <a:schemeClr val="tx1"/>
                </a:solidFill>
                <a:latin typeface="Times New Roman" panose="02020603050405020304" pitchFamily="18" charset="0"/>
                <a:cs typeface="Times New Roman" panose="02020603050405020304" pitchFamily="18" charset="0"/>
              </a:rPr>
              <a:t>Gidrоmаshinаlаrning vаzifаsigа qаrаb ish suyuqligi suv, neft mоyi, sintetik suyuqliklаr, spirt vа gliserin аrаlаshmаsi vа hоkаzо bo’lishi mumkin. Suyuqlikni bоsim  yordаmidа  uzаtishgа  mo’ljаllаngаn  nаsоslаr  hаydаlаyotgаn  suyuqlikning хususiyatlаrini  hisоbgа  оlib  lоyihаlаnаdi.</a:t>
            </a:r>
            <a:endParaRPr lang="en-US" sz="2800" dirty="0">
              <a:solidFill>
                <a:schemeClr val="tx1"/>
              </a:solidFill>
              <a:latin typeface="Times New Roman" panose="02020603050405020304" pitchFamily="18" charset="0"/>
              <a:cs typeface="Times New Roman" panose="02020603050405020304" pitchFamily="18" charset="0"/>
            </a:endParaRPr>
          </a:p>
        </p:txBody>
      </p:sp>
      <p:pic>
        <p:nvPicPr>
          <p:cNvPr id="2050" name="Picture 2" descr="ÐÐ°ÑÑÐ¸Ð½ÐºÐ¸ Ð¿Ð¾ Ð·Ð°Ð¿ÑÐ¾ÑÑ Ð¶Ð¸ÑÐºÐ¾ÑÑ Ð´Ð»Ñ Ð³Ð¸Ð´ÑÐ¾Ð¿ÑÐ¸Ð²Ð¾Ð´"/>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786947" y="631371"/>
            <a:ext cx="3781425" cy="5238750"/>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827257564"/>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Схема 3"/>
          <p:cNvGraphicFramePr/>
          <p:nvPr>
            <p:extLst>
              <p:ext uri="{D42A27DB-BD31-4B8C-83A1-F6EECF244321}">
                <p14:modId xmlns:p14="http://schemas.microsoft.com/office/powerpoint/2010/main" val="884098832"/>
              </p:ext>
            </p:extLst>
          </p:nvPr>
        </p:nvGraphicFramePr>
        <p:xfrm>
          <a:off x="126999" y="327781"/>
          <a:ext cx="11803743" cy="62580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114689739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4" name="Схема 3"/>
          <p:cNvGraphicFramePr/>
          <p:nvPr>
            <p:extLst>
              <p:ext uri="{D42A27DB-BD31-4B8C-83A1-F6EECF244321}">
                <p14:modId xmlns:p14="http://schemas.microsoft.com/office/powerpoint/2010/main" val="1644521977"/>
              </p:ext>
            </p:extLst>
          </p:nvPr>
        </p:nvGraphicFramePr>
        <p:xfrm>
          <a:off x="126999" y="327781"/>
          <a:ext cx="11803743" cy="6258076"/>
        </p:xfrm>
        <a:graphic>
          <a:graphicData uri="http://schemas.openxmlformats.org/drawingml/2006/diagram">
            <dgm:relIds xmlns:dgm="http://schemas.openxmlformats.org/drawingml/2006/diagram" xmlns:r="http://schemas.openxmlformats.org/officeDocument/2006/relationships" r:dm="rId2" r:lo="rId3" r:qs="rId4" r:cs="rId5"/>
          </a:graphicData>
        </a:graphic>
      </p:graphicFrame>
    </p:spTree>
    <p:extLst>
      <p:ext uri="{BB962C8B-B14F-4D97-AF65-F5344CB8AC3E}">
        <p14:creationId xmlns:p14="http://schemas.microsoft.com/office/powerpoint/2010/main" val="4085776360"/>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143000" y="751114"/>
            <a:ext cx="9872871" cy="5344886"/>
          </a:xfrm>
        </p:spPr>
        <p:txBody>
          <a:bodyPr/>
          <a:lstStyle/>
          <a:p>
            <a:pPr marL="45720" indent="0" algn="just">
              <a:buNone/>
            </a:pPr>
            <a:r>
              <a:rPr lang="uz-Cyrl-UZ" dirty="0">
                <a:solidFill>
                  <a:schemeClr val="tx1"/>
                </a:solidFill>
                <a:latin typeface="Times New Roman" panose="02020603050405020304" pitchFamily="18" charset="0"/>
                <a:cs typeface="Times New Roman" panose="02020603050405020304" pitchFamily="18" charset="0"/>
              </a:rPr>
              <a:t>Gidrоmuftаdа yetаklоvchi vаldаgi mоmentning miqdоri hаr qаndаy o’zgаrtirilgаndа hаm ikkаlа (yetаklоvchi  vа yetаklаnuvchi) vаldа mоmentlаrning tengligi tа’minlаnаdi.</a:t>
            </a:r>
            <a:endParaRPr lang="en-US" dirty="0">
              <a:solidFill>
                <a:schemeClr val="tx1"/>
              </a:solidFill>
              <a:latin typeface="Times New Roman" panose="02020603050405020304" pitchFamily="18" charset="0"/>
              <a:cs typeface="Times New Roman" panose="02020603050405020304" pitchFamily="18" charset="0"/>
            </a:endParaRPr>
          </a:p>
        </p:txBody>
      </p:sp>
      <p:pic>
        <p:nvPicPr>
          <p:cNvPr id="3074" name="Picture 2" descr="ÐÐ°ÑÑÐ¸Ð½ÐºÐ¸ Ð¿Ð¾ Ð·Ð°Ð¿ÑÐ¾ÑÑ GidrÐ¾muftÐ°"/>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79135" y="1882775"/>
            <a:ext cx="4800600" cy="4029075"/>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1316345090"/>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1143000" y="751114"/>
            <a:ext cx="9872871" cy="5344886"/>
          </a:xfrm>
        </p:spPr>
        <p:txBody>
          <a:bodyPr>
            <a:normAutofit/>
          </a:bodyPr>
          <a:lstStyle/>
          <a:p>
            <a:pPr marL="45720" indent="0" algn="just">
              <a:buNone/>
            </a:pPr>
            <a:r>
              <a:rPr lang="uz-Cyrl-UZ" sz="2400" dirty="0">
                <a:solidFill>
                  <a:schemeClr val="tx1"/>
                </a:solidFill>
                <a:latin typeface="Times New Roman" panose="02020603050405020304" pitchFamily="18" charset="0"/>
                <a:cs typeface="Times New Roman" panose="02020603050405020304" pitchFamily="18" charset="0"/>
              </a:rPr>
              <a:t>Gidrоdinаmik  muftа  Germаniyadа 1909-1910 yillаrdа prоfessоr Fittinger tоmоnidаn kаshf etilgаn vа birinchi mаrtа kemаlаrdа  ikki  vаlni  elаstik  bоg’lоvchi  sifаtidа  ishlаtilgаn.  Hоzir  gidrоmuftаlаr 500  dаn  оrtiq  turdаgi  mаshinа  vа  meхаnizmlаrdа  bir  аgregаtdа  0,5 I  kVt  dаn 35000  kVt  gаchа  vа  undаn  оrtiq  quvvаtni  uzаtishdа  ishlаtilаdi. </a:t>
            </a:r>
            <a:endParaRPr lang="en-US" sz="2400" dirty="0">
              <a:solidFill>
                <a:schemeClr val="tx1"/>
              </a:solidFill>
              <a:latin typeface="Times New Roman" panose="02020603050405020304" pitchFamily="18" charset="0"/>
              <a:cs typeface="Times New Roman" panose="02020603050405020304" pitchFamily="18" charset="0"/>
            </a:endParaRPr>
          </a:p>
        </p:txBody>
      </p:sp>
      <p:pic>
        <p:nvPicPr>
          <p:cNvPr id="4098" name="Picture 2" descr="ÐÐ¾ÑÐ¾Ð¶ÐµÐµ Ð¸Ð·Ð¾Ð±ÑÐ°Ð¶ÐµÐ½Ð¸Ðµ"/>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736975" y="2489880"/>
            <a:ext cx="3991882" cy="4020397"/>
          </a:xfrm>
          <a:prstGeom prst="rect">
            <a:avLst/>
          </a:prstGeom>
          <a:noFill/>
          <a:extLst>
            <a:ext uri="{909E8E84-426E-40DD-AFC4-6F175D3DCCD1}">
              <a14:hiddenFill xmlns:a14="http://schemas.microsoft.com/office/drawing/2010/main">
                <a:solidFill>
                  <a:srgbClr val="FFFFFF"/>
                </a:solidFill>
              </a14:hiddenFill>
            </a:ext>
          </a:extLst>
        </p:spPr>
      </p:pic>
    </p:spTree>
    <p:extLst>
      <p:ext uri="{BB962C8B-B14F-4D97-AF65-F5344CB8AC3E}">
        <p14:creationId xmlns:p14="http://schemas.microsoft.com/office/powerpoint/2010/main" val="2718342246"/>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Объект 2"/>
          <p:cNvSpPr>
            <a:spLocks noGrp="1"/>
          </p:cNvSpPr>
          <p:nvPr>
            <p:ph idx="1"/>
          </p:nvPr>
        </p:nvSpPr>
        <p:spPr>
          <a:xfrm>
            <a:off x="966160" y="2277372"/>
            <a:ext cx="10463780" cy="2225615"/>
          </a:xfrm>
        </p:spPr>
        <p:txBody>
          <a:bodyPr>
            <a:noAutofit/>
          </a:bodyPr>
          <a:lstStyle/>
          <a:p>
            <a:pPr marL="45720" indent="0" algn="just">
              <a:buNone/>
            </a:pPr>
            <a:r>
              <a:rPr lang="uz-Cyrl-UZ" sz="3600" b="1" dirty="0">
                <a:solidFill>
                  <a:schemeClr val="tx1"/>
                </a:solidFill>
                <a:latin typeface="Times New Roman" panose="02020603050405020304" pitchFamily="18" charset="0"/>
                <a:cs typeface="Times New Roman" panose="02020603050405020304" pitchFamily="18" charset="0"/>
              </a:rPr>
              <a:t>Gidravlik yuritmalar </a:t>
            </a:r>
            <a:r>
              <a:rPr lang="uz-Cyrl-UZ" sz="3600" dirty="0">
                <a:solidFill>
                  <a:schemeClr val="tx1"/>
                </a:solidFill>
                <a:latin typeface="Times New Roman" panose="02020603050405020304" pitchFamily="18" charset="0"/>
                <a:cs typeface="Times New Roman" panose="02020603050405020304" pitchFamily="18" charset="0"/>
              </a:rPr>
              <a:t>deb suyuqlikni bevosita ishtirokida mashina va mexanizimlarni harakatini ta’minlovchi qurilmalar majmuasidan tuzilgan gidravlik tizimga aytiladi.</a:t>
            </a:r>
            <a:endParaRPr lang="en-US" sz="3600" dirty="0">
              <a:solidFill>
                <a:schemeClr val="tx1"/>
              </a:solidFill>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883819673"/>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mc:AlternateContent xmlns:mc="http://schemas.openxmlformats.org/markup-compatibility/2006" xmlns:a14="http://schemas.microsoft.com/office/drawing/2010/main">
        <mc:Choice Requires="a14">
          <p:sp>
            <p:nvSpPr>
              <p:cNvPr id="3" name="Объект 2"/>
              <p:cNvSpPr>
                <a:spLocks noGrp="1"/>
              </p:cNvSpPr>
              <p:nvPr>
                <p:ph idx="1"/>
              </p:nvPr>
            </p:nvSpPr>
            <p:spPr>
              <a:xfrm>
                <a:off x="555171" y="751114"/>
                <a:ext cx="11059885" cy="3951515"/>
              </a:xfrm>
            </p:spPr>
            <p:txBody>
              <a:bodyPr>
                <a:normAutofit/>
              </a:bodyPr>
              <a:lstStyle/>
              <a:p>
                <a:pPr marL="45720" indent="0" algn="just">
                  <a:buNone/>
                </a:pPr>
                <a:r>
                  <a:rPr lang="en-US" sz="2800" dirty="0">
                    <a:solidFill>
                      <a:schemeClr val="tx1"/>
                    </a:solidFill>
                    <a:latin typeface="Times New Roman" panose="02020603050405020304" pitchFamily="18" charset="0"/>
                    <a:cs typeface="Times New Roman" panose="02020603050405020304" pitchFamily="18" charset="0"/>
                  </a:rPr>
                  <a:t>Gidroyuritma </a:t>
                </a:r>
                <a:r>
                  <a:rPr lang="en-US" sz="2800" dirty="0" err="1">
                    <a:solidFill>
                      <a:schemeClr val="tx1"/>
                    </a:solidFill>
                    <a:latin typeface="Times New Roman" panose="02020603050405020304" pitchFamily="18" charset="0"/>
                    <a:cs typeface="Times New Roman" panose="02020603050405020304" pitchFamily="18" charset="0"/>
                  </a:rPr>
                  <a:t>blok</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sxemasi</a:t>
                </a:r>
                <a:r>
                  <a:rPr lang="en-US" sz="2800" dirty="0">
                    <a:solidFill>
                      <a:schemeClr val="tx1"/>
                    </a:solidFill>
                    <a:latin typeface="Times New Roman" panose="02020603050405020304" pitchFamily="18" charset="0"/>
                    <a:cs typeface="Times New Roman" panose="02020603050405020304" pitchFamily="18" charset="0"/>
                  </a:rPr>
                  <a:t> 14.1-rasmda </a:t>
                </a:r>
                <a:r>
                  <a:rPr lang="en-US" sz="2800" dirty="0" err="1">
                    <a:solidFill>
                      <a:schemeClr val="tx1"/>
                    </a:solidFill>
                    <a:latin typeface="Times New Roman" panose="02020603050405020304" pitchFamily="18" charset="0"/>
                    <a:cs typeface="Times New Roman" panose="02020603050405020304" pitchFamily="18" charset="0"/>
                  </a:rPr>
                  <a:t>berilgan</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Bunda</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gidravlik</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energiya</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nasos</a:t>
                </a:r>
                <a:r>
                  <a:rPr lang="en-US" sz="28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sz="2800" i="1">
                        <a:solidFill>
                          <a:schemeClr val="tx1"/>
                        </a:solidFill>
                        <a:latin typeface="Cambria Math" panose="02040503050406030204" pitchFamily="18" charset="0"/>
                      </a:rPr>
                      <m:t>𝐻</m:t>
                    </m:r>
                  </m:oMath>
                </a14:m>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yordamida</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hosil</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qilinadi</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va</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gidrodvigatel</a:t>
                </a:r>
                <a:r>
                  <a:rPr lang="en-US" sz="28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sz="2800" i="1">
                        <a:solidFill>
                          <a:schemeClr val="tx1"/>
                        </a:solidFill>
                        <a:latin typeface="Cambria Math" panose="02040503050406030204" pitchFamily="18" charset="0"/>
                      </a:rPr>
                      <m:t>ГД</m:t>
                    </m:r>
                  </m:oMath>
                </a14:m>
                <a:r>
                  <a:rPr lang="en-US" sz="2800" dirty="0">
                    <a:solidFill>
                      <a:schemeClr val="tx1"/>
                    </a:solidFill>
                    <a:latin typeface="Times New Roman" panose="02020603050405020304" pitchFamily="18" charset="0"/>
                    <a:cs typeface="Times New Roman" panose="02020603050405020304" pitchFamily="18" charset="0"/>
                  </a:rPr>
                  <a:t> da </a:t>
                </a:r>
                <a:r>
                  <a:rPr lang="en-US" sz="2800" dirty="0" err="1">
                    <a:solidFill>
                      <a:schemeClr val="tx1"/>
                    </a:solidFill>
                    <a:latin typeface="Times New Roman" panose="02020603050405020304" pitchFamily="18" charset="0"/>
                    <a:cs typeface="Times New Roman" panose="02020603050405020304" pitchFamily="18" charset="0"/>
                  </a:rPr>
                  <a:t>mexanik</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energiyaga</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aylantiriladi</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Gidravlik</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tizimdagi</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oqim</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parametrlarini</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o’zgartirish</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va</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boshqarish</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uchun</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boshqaruv</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qurilmasi</a:t>
                </a:r>
                <a:r>
                  <a:rPr lang="en-US" sz="28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sz="2800" i="1">
                        <a:solidFill>
                          <a:schemeClr val="tx1"/>
                        </a:solidFill>
                        <a:latin typeface="Cambria Math" panose="02040503050406030204" pitchFamily="18" charset="0"/>
                      </a:rPr>
                      <m:t>БП</m:t>
                    </m:r>
                  </m:oMath>
                </a14:m>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dan</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foydalaniladi</a:t>
                </a:r>
                <a:r>
                  <a:rPr lang="en-US" sz="2800" dirty="0">
                    <a:solidFill>
                      <a:schemeClr val="tx1"/>
                    </a:solidFill>
                    <a:latin typeface="Times New Roman" panose="02020603050405020304" pitchFamily="18" charset="0"/>
                    <a:cs typeface="Times New Roman" panose="02020603050405020304" pitchFamily="18" charset="0"/>
                  </a:rPr>
                  <a:t>. </a:t>
                </a:r>
              </a:p>
              <a:p>
                <a:pPr marL="45720" indent="0" algn="just">
                  <a:buNone/>
                </a:pPr>
                <a:r>
                  <a:rPr lang="en-US" sz="2800" dirty="0" err="1">
                    <a:solidFill>
                      <a:schemeClr val="tx1"/>
                    </a:solidFill>
                    <a:latin typeface="Times New Roman" panose="02020603050405020304" pitchFamily="18" charset="0"/>
                    <a:cs typeface="Times New Roman" panose="02020603050405020304" pitchFamily="18" charset="0"/>
                  </a:rPr>
                  <a:t>Gidravlik</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yuritma</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elektr</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dvigatel</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va</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ijro</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etuvchi</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mexanizm</a:t>
                </a:r>
                <a:r>
                  <a:rPr lang="en-US" sz="2800" dirty="0">
                    <a:solidFill>
                      <a:schemeClr val="tx1"/>
                    </a:solidFill>
                    <a:latin typeface="Times New Roman" panose="02020603050405020304" pitchFamily="18" charset="0"/>
                    <a:cs typeface="Times New Roman" panose="02020603050405020304" pitchFamily="18" charset="0"/>
                  </a:rPr>
                  <a:t> </a:t>
                </a:r>
                <a14:m>
                  <m:oMath xmlns:m="http://schemas.openxmlformats.org/officeDocument/2006/math">
                    <m:r>
                      <a:rPr lang="en-US" sz="2800" i="1">
                        <a:solidFill>
                          <a:schemeClr val="tx1"/>
                        </a:solidFill>
                        <a:latin typeface="Cambria Math" panose="02040503050406030204" pitchFamily="18" charset="0"/>
                      </a:rPr>
                      <m:t>𝑀</m:t>
                    </m:r>
                  </m:oMath>
                </a14:m>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o’rtasidagi</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maxsus</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gidravlik</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qurilma</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hisoblanadi</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y’ani</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mexanik</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uzatmalar</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tasmali</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uzatma</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sepli</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yoki</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tishli</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reduktorli</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krivoship-shatunli</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mexanizmli</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uzatma</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vazifasini</a:t>
                </a:r>
                <a:r>
                  <a:rPr lang="en-US" sz="2800" dirty="0">
                    <a:solidFill>
                      <a:schemeClr val="tx1"/>
                    </a:solidFill>
                    <a:latin typeface="Times New Roman" panose="02020603050405020304" pitchFamily="18" charset="0"/>
                    <a:cs typeface="Times New Roman" panose="02020603050405020304" pitchFamily="18" charset="0"/>
                  </a:rPr>
                  <a:t> </a:t>
                </a:r>
                <a:r>
                  <a:rPr lang="en-US" sz="2800" dirty="0" err="1">
                    <a:solidFill>
                      <a:schemeClr val="tx1"/>
                    </a:solidFill>
                    <a:latin typeface="Times New Roman" panose="02020603050405020304" pitchFamily="18" charset="0"/>
                    <a:cs typeface="Times New Roman" panose="02020603050405020304" pitchFamily="18" charset="0"/>
                  </a:rPr>
                  <a:t>bajaradi</a:t>
                </a:r>
                <a:r>
                  <a:rPr lang="en-US" sz="2800" dirty="0">
                    <a:solidFill>
                      <a:schemeClr val="tx1"/>
                    </a:solidFill>
                    <a:latin typeface="Times New Roman" panose="02020603050405020304" pitchFamily="18" charset="0"/>
                    <a:cs typeface="Times New Roman" panose="02020603050405020304" pitchFamily="18" charset="0"/>
                  </a:rPr>
                  <a:t>.</a:t>
                </a:r>
              </a:p>
            </p:txBody>
          </p:sp>
        </mc:Choice>
        <mc:Fallback xmlns="">
          <p:sp>
            <p:nvSpPr>
              <p:cNvPr id="3" name="Объект 2"/>
              <p:cNvSpPr>
                <a:spLocks noGrp="1" noRot="1" noChangeAspect="1" noMove="1" noResize="1" noEditPoints="1" noAdjustHandles="1" noChangeArrowheads="1" noChangeShapeType="1" noTextEdit="1"/>
              </p:cNvSpPr>
              <p:nvPr>
                <p:ph idx="1"/>
              </p:nvPr>
            </p:nvSpPr>
            <p:spPr>
              <a:xfrm>
                <a:off x="555171" y="751114"/>
                <a:ext cx="11059885" cy="3951515"/>
              </a:xfrm>
              <a:blipFill rotWithShape="0">
                <a:blip r:embed="rId2"/>
                <a:stretch>
                  <a:fillRect l="-662" t="-2623" r="-1158"/>
                </a:stretch>
              </a:blipFill>
            </p:spPr>
            <p:txBody>
              <a:bodyPr/>
              <a:lstStyle/>
              <a:p>
                <a:r>
                  <a:rPr lang="en-US">
                    <a:noFill/>
                  </a:rPr>
                  <a:t> </a:t>
                </a:r>
              </a:p>
            </p:txBody>
          </p:sp>
        </mc:Fallback>
      </mc:AlternateContent>
      <p:pic>
        <p:nvPicPr>
          <p:cNvPr id="2" name="Рисунок 1"/>
          <p:cNvPicPr>
            <a:picLocks noChangeAspect="1"/>
          </p:cNvPicPr>
          <p:nvPr/>
        </p:nvPicPr>
        <p:blipFill>
          <a:blip r:embed="rId3"/>
          <a:stretch>
            <a:fillRect/>
          </a:stretch>
        </p:blipFill>
        <p:spPr>
          <a:xfrm>
            <a:off x="3060927" y="4495801"/>
            <a:ext cx="5832702" cy="1970244"/>
          </a:xfrm>
          <a:prstGeom prst="rect">
            <a:avLst/>
          </a:prstGeom>
        </p:spPr>
      </p:pic>
    </p:spTree>
    <p:extLst>
      <p:ext uri="{BB962C8B-B14F-4D97-AF65-F5344CB8AC3E}">
        <p14:creationId xmlns:p14="http://schemas.microsoft.com/office/powerpoint/2010/main" val="4247337795"/>
      </p:ext>
    </p:extLst>
  </p:cSld>
  <p:clrMapOvr>
    <a:masterClrMapping/>
  </p:clrMapOvr>
</p:sld>
</file>

<file path=ppt/theme/theme1.xml><?xml version="1.0" encoding="utf-8"?>
<a:theme xmlns:a="http://schemas.openxmlformats.org/drawingml/2006/main" name="Базис">
  <a:themeElements>
    <a:clrScheme name="Basis">
      <a:dk1>
        <a:srgbClr val="000000"/>
      </a:dk1>
      <a:lt1>
        <a:srgbClr val="FFFFFF"/>
      </a:lt1>
      <a:dk2>
        <a:srgbClr val="565349"/>
      </a:dk2>
      <a:lt2>
        <a:srgbClr val="DDDDDD"/>
      </a:lt2>
      <a:accent1>
        <a:srgbClr val="A6B727"/>
      </a:accent1>
      <a:accent2>
        <a:srgbClr val="DF5327"/>
      </a:accent2>
      <a:accent3>
        <a:srgbClr val="FE9E00"/>
      </a:accent3>
      <a:accent4>
        <a:srgbClr val="418AB3"/>
      </a:accent4>
      <a:accent5>
        <a:srgbClr val="D7D447"/>
      </a:accent5>
      <a:accent6>
        <a:srgbClr val="818183"/>
      </a:accent6>
      <a:hlink>
        <a:srgbClr val="F59E00"/>
      </a:hlink>
      <a:folHlink>
        <a:srgbClr val="B2B2B2"/>
      </a:folHlink>
    </a:clrScheme>
    <a:fontScheme name="Basis">
      <a:maj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ahoma"/>
        <a:font script="Uigh" typeface="Microsoft Uighur"/>
        <a:font script="Geor" typeface="Sylfaen"/>
      </a:majorFont>
      <a:minorFont>
        <a:latin typeface="Corbel"/>
        <a:ea typeface=""/>
        <a:cs typeface=""/>
        <a:font script="Jpan" typeface="ＭＳ ゴシック"/>
        <a:font script="Hang" typeface="맑은 고딕"/>
        <a:font script="Hans" typeface="宋体"/>
        <a:font script="Hant" typeface="新細明體"/>
        <a:font script="Arab" typeface="Tahoma"/>
        <a:font script="Hebr" typeface="Gisha"/>
        <a:font script="Thai" typeface="DilleniaUPC"/>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Verdana"/>
        <a:font script="Uigh" typeface="Microsoft Uighur"/>
        <a:font script="Geor" typeface="Sylfaen"/>
      </a:minorFont>
    </a:fontScheme>
    <a:fmtScheme name="Basis">
      <a:fillStyleLst>
        <a:solidFill>
          <a:schemeClr val="phClr"/>
        </a:solidFill>
        <a:solidFill>
          <a:schemeClr val="phClr">
            <a:tint val="55000"/>
            <a:satMod val="130000"/>
          </a:schemeClr>
        </a:solidFill>
        <a:gradFill rotWithShape="1">
          <a:gsLst>
            <a:gs pos="0">
              <a:schemeClr val="phClr"/>
            </a:gs>
            <a:gs pos="90000">
              <a:schemeClr val="phClr">
                <a:shade val="100000"/>
                <a:satMod val="105000"/>
              </a:schemeClr>
            </a:gs>
            <a:gs pos="100000">
              <a:schemeClr val="phClr">
                <a:shade val="80000"/>
                <a:satMod val="120000"/>
              </a:schemeClr>
            </a:gs>
          </a:gsLst>
          <a:path path="circle">
            <a:fillToRect l="100000" t="100000" r="100000" b="100000"/>
          </a:path>
        </a:gradFill>
      </a:fillStyleLst>
      <a:lnStyleLst>
        <a:ln w="10000" cap="flat" cmpd="sng" algn="ctr">
          <a:solidFill>
            <a:schemeClr val="phClr"/>
          </a:solidFill>
          <a:prstDash val="solid"/>
        </a:ln>
        <a:ln w="19050" cap="flat" cmpd="sng" algn="ctr">
          <a:solidFill>
            <a:schemeClr val="phClr"/>
          </a:solidFill>
          <a:prstDash val="solid"/>
        </a:ln>
        <a:ln w="53975" cap="flat" cmpd="dbl" algn="ctr">
          <a:solidFill>
            <a:schemeClr val="phClr"/>
          </a:solidFill>
          <a:prstDash val="solid"/>
        </a:ln>
      </a:lnStyleLst>
      <a:effectStyleLst>
        <a:effectStyle>
          <a:effectLst/>
        </a:effectStyle>
        <a:effectStyle>
          <a:effectLst>
            <a:outerShdw blurRad="38100" dist="25400" dir="5400000" rotWithShape="0">
              <a:srgbClr val="000000">
                <a:alpha val="45000"/>
              </a:srgbClr>
            </a:outerShdw>
          </a:effectLst>
        </a:effectStyle>
        <a:effectStyle>
          <a:effectLst>
            <a:outerShdw blurRad="38100" dist="25400" dir="5400000" rotWithShape="0">
              <a:srgbClr val="000000">
                <a:alpha val="45000"/>
              </a:srgbClr>
            </a:outerShdw>
          </a:effectLst>
          <a:scene3d>
            <a:camera prst="orthographicFront">
              <a:rot lat="0" lon="0" rev="0"/>
            </a:camera>
            <a:lightRig rig="brightRoom" dir="t"/>
          </a:scene3d>
          <a:sp3d extrusionH="12700" contourW="25400" prstMaterial="flat">
            <a:bevelT w="63500" h="152400" prst="angle"/>
            <a:contourClr>
              <a:schemeClr val="phClr">
                <a:shade val="27000"/>
                <a:satMod val="120000"/>
              </a:schemeClr>
            </a:contourClr>
          </a:sp3d>
        </a:effectStyle>
      </a:effectStyleLst>
      <a:bgFillStyleLst>
        <a:solidFill>
          <a:schemeClr val="phClr"/>
        </a:solidFill>
        <a:solidFill>
          <a:schemeClr val="phClr">
            <a:tint val="95000"/>
            <a:shade val="95000"/>
            <a:satMod val="140000"/>
          </a:schemeClr>
        </a:solidFill>
        <a:solidFill>
          <a:schemeClr val="phClr">
            <a:tint val="90000"/>
            <a:shade val="85000"/>
            <a:satMod val="160000"/>
            <a:lumMod val="110000"/>
          </a:schemeClr>
        </a:solidFill>
      </a:bgFillStyleLst>
    </a:fmtScheme>
  </a:themeElements>
  <a:objectDefaults/>
  <a:extraClrSchemeLst/>
  <a:extLst>
    <a:ext uri="{05A4C25C-085E-4340-85A3-A5531E510DB2}">
      <thm15:themeFamily xmlns:thm15="http://schemas.microsoft.com/office/thememl/2012/main" name="Basis" id="{5665723A-49BA-4B57-8411-A56F8F207965}" vid="{90E45F77-AEFC-46EF-A7C1-5B338C297B02}"/>
    </a:ext>
  </a:extLst>
</a:theme>
</file>

<file path=docProps/app.xml><?xml version="1.0" encoding="utf-8"?>
<Properties xmlns="http://schemas.openxmlformats.org/officeDocument/2006/extended-properties" xmlns:vt="http://schemas.openxmlformats.org/officeDocument/2006/docPropsVTypes">
  <Template>Основа</Template>
  <TotalTime>528</TotalTime>
  <Words>921</Words>
  <Application>Microsoft Office PowerPoint</Application>
  <PresentationFormat>Широкоэкранный</PresentationFormat>
  <Paragraphs>51</Paragraphs>
  <Slides>18</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18</vt:i4>
      </vt:variant>
    </vt:vector>
  </HeadingPairs>
  <TitlesOfParts>
    <vt:vector size="23" baseType="lpstr">
      <vt:lpstr>Cambria Math</vt:lpstr>
      <vt:lpstr>Corbel</vt:lpstr>
      <vt:lpstr>Times New Roman</vt:lpstr>
      <vt:lpstr>Wingdings</vt:lpstr>
      <vt:lpstr>Базис</vt:lpstr>
      <vt:lpstr>GIDROYURITMALARNING TUZILISHI VA ISHLASH PRINISPI</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Hajmiy gidrouzatmaning ishlash prinsipi</vt:lpstr>
      <vt:lpstr>Gidrodinamik uzatmaning ishlash prinsipi</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lpstr>Презентация PowerPoint</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GIDROYURITMALARNING TUZILISHI VA ISHLASH PRINISPI</dc:title>
  <dc:creator>mr Ascetic</dc:creator>
  <cp:lastModifiedBy>Hp</cp:lastModifiedBy>
  <cp:revision>27</cp:revision>
  <dcterms:created xsi:type="dcterms:W3CDTF">2018-12-12T06:50:31Z</dcterms:created>
  <dcterms:modified xsi:type="dcterms:W3CDTF">2025-12-17T08:54:50Z</dcterms:modified>
</cp:coreProperties>
</file>