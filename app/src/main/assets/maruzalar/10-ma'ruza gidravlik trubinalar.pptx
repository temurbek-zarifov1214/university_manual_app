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8" r:id="rId2"/>
    <p:sldId id="259" r:id="rId3"/>
    <p:sldId id="260" r:id="rId4"/>
    <p:sldId id="263" r:id="rId5"/>
    <p:sldId id="269" r:id="rId6"/>
    <p:sldId id="270" r:id="rId7"/>
    <p:sldId id="271" r:id="rId8"/>
    <p:sldId id="276" r:id="rId9"/>
    <p:sldId id="277" r:id="rId10"/>
    <p:sldId id="278" r:id="rId11"/>
    <p:sldId id="272" r:id="rId12"/>
    <p:sldId id="264" r:id="rId13"/>
    <p:sldId id="265" r:id="rId14"/>
    <p:sldId id="273" r:id="rId15"/>
    <p:sldId id="274" r:id="rId16"/>
    <p:sldId id="266" r:id="rId17"/>
    <p:sldId id="267" r:id="rId18"/>
    <p:sldId id="268" r:id="rId19"/>
    <p:sldId id="275" r:id="rId20"/>
    <p:sldId id="262" r:id="rId21"/>
    <p:sldId id="261" r:id="rId22"/>
    <p:sldId id="279" r:id="rId23"/>
    <p:sldId id="280"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3"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317396-2B72-43B5-9DD7-7D8C2F4EBB2F}" type="doc">
      <dgm:prSet loTypeId="urn:microsoft.com/office/officeart/2005/8/layout/equation1" loCatId="process" qsTypeId="urn:microsoft.com/office/officeart/2005/8/quickstyle/simple1" qsCatId="simple" csTypeId="urn:microsoft.com/office/officeart/2005/8/colors/accent1_2" csCatId="accent1" phldr="1"/>
      <dgm:spPr/>
    </dgm:pt>
    <dgm:pt modelId="{94C5B081-EAC0-44EF-8C47-CB07C83DF56D}">
      <dgm:prSet phldrT="[Текст]" custT="1"/>
      <dgm:spPr/>
      <dgm:t>
        <a:bodyPr/>
        <a:lstStyle/>
        <a:p>
          <a:r>
            <a:rPr lang="en-US" sz="3200" dirty="0" err="1"/>
            <a:t>Gidro</a:t>
          </a:r>
          <a:endParaRPr lang="en-US" sz="3200" dirty="0"/>
        </a:p>
        <a:p>
          <a:r>
            <a:rPr lang="en-US" sz="3200" dirty="0" err="1"/>
            <a:t>turbina</a:t>
          </a:r>
          <a:endParaRPr lang="ru-RU" sz="1400" dirty="0"/>
        </a:p>
      </dgm:t>
    </dgm:pt>
    <dgm:pt modelId="{BDC35FC6-34C9-4267-BB65-3046802136F1}" type="parTrans" cxnId="{9CA707B5-0053-4A74-A2BD-321B50280221}">
      <dgm:prSet/>
      <dgm:spPr/>
      <dgm:t>
        <a:bodyPr/>
        <a:lstStyle/>
        <a:p>
          <a:endParaRPr lang="ru-RU"/>
        </a:p>
      </dgm:t>
    </dgm:pt>
    <dgm:pt modelId="{7F875FD1-563E-4103-BFE1-CFBAE590A1CD}" type="sibTrans" cxnId="{9CA707B5-0053-4A74-A2BD-321B50280221}">
      <dgm:prSet/>
      <dgm:spPr/>
      <dgm:t>
        <a:bodyPr/>
        <a:lstStyle/>
        <a:p>
          <a:endParaRPr lang="ru-RU"/>
        </a:p>
      </dgm:t>
    </dgm:pt>
    <dgm:pt modelId="{AF278B36-B6A3-4DD2-8590-AF60250904FC}">
      <dgm:prSet phldrT="[Текст]" custT="1"/>
      <dgm:spPr/>
      <dgm:t>
        <a:bodyPr/>
        <a:lstStyle/>
        <a:p>
          <a:r>
            <a:rPr lang="en-US" sz="4000" dirty="0" err="1"/>
            <a:t>Aktiv</a:t>
          </a:r>
          <a:endParaRPr lang="ru-RU" sz="1400" dirty="0"/>
        </a:p>
      </dgm:t>
    </dgm:pt>
    <dgm:pt modelId="{31E9FE39-BEF7-40E6-9EB3-E8A4EDF5164E}" type="parTrans" cxnId="{1F744E0E-D1CF-45A7-9244-AA69D183D0ED}">
      <dgm:prSet/>
      <dgm:spPr/>
      <dgm:t>
        <a:bodyPr/>
        <a:lstStyle/>
        <a:p>
          <a:endParaRPr lang="ru-RU"/>
        </a:p>
      </dgm:t>
    </dgm:pt>
    <dgm:pt modelId="{B4FEC157-3B1B-474B-B379-D6BBE419ADC9}" type="sibTrans" cxnId="{1F744E0E-D1CF-45A7-9244-AA69D183D0ED}">
      <dgm:prSet/>
      <dgm:spPr/>
      <dgm:t>
        <a:bodyPr/>
        <a:lstStyle/>
        <a:p>
          <a:endParaRPr lang="ru-RU"/>
        </a:p>
      </dgm:t>
    </dgm:pt>
    <dgm:pt modelId="{EAC65300-8904-4234-A5F2-7BFF4D3C69C8}">
      <dgm:prSet/>
      <dgm:spPr/>
      <dgm:t>
        <a:bodyPr/>
        <a:lstStyle/>
        <a:p>
          <a:r>
            <a:rPr lang="en-US" dirty="0" err="1"/>
            <a:t>Reaktiv</a:t>
          </a:r>
          <a:endParaRPr lang="ru-RU" dirty="0"/>
        </a:p>
      </dgm:t>
    </dgm:pt>
    <dgm:pt modelId="{E9A540DF-BDED-445B-BC9A-1F92BD0B55A3}" type="parTrans" cxnId="{54BD60BE-04A4-41E7-BEC7-F426E6FA87A7}">
      <dgm:prSet/>
      <dgm:spPr/>
      <dgm:t>
        <a:bodyPr/>
        <a:lstStyle/>
        <a:p>
          <a:endParaRPr lang="ru-RU"/>
        </a:p>
      </dgm:t>
    </dgm:pt>
    <dgm:pt modelId="{56017F16-59AB-4FE1-994B-ECF27B4BB481}" type="sibTrans" cxnId="{54BD60BE-04A4-41E7-BEC7-F426E6FA87A7}">
      <dgm:prSet/>
      <dgm:spPr/>
      <dgm:t>
        <a:bodyPr/>
        <a:lstStyle/>
        <a:p>
          <a:endParaRPr lang="ru-RU"/>
        </a:p>
      </dgm:t>
    </dgm:pt>
    <dgm:pt modelId="{332F3925-013B-4DEE-8CA3-A47A8CADF24B}" type="pres">
      <dgm:prSet presAssocID="{C0317396-2B72-43B5-9DD7-7D8C2F4EBB2F}" presName="linearFlow" presStyleCnt="0">
        <dgm:presLayoutVars>
          <dgm:dir/>
          <dgm:resizeHandles val="exact"/>
        </dgm:presLayoutVars>
      </dgm:prSet>
      <dgm:spPr/>
    </dgm:pt>
    <dgm:pt modelId="{C86373F3-4400-4379-A4DD-63FB385ECB9B}" type="pres">
      <dgm:prSet presAssocID="{94C5B081-EAC0-44EF-8C47-CB07C83DF56D}" presName="node" presStyleLbl="node1" presStyleIdx="0" presStyleCnt="3" custScaleX="158738" custScaleY="122548" custLinFactNeighborX="62558" custLinFactNeighborY="0">
        <dgm:presLayoutVars>
          <dgm:bulletEnabled val="1"/>
        </dgm:presLayoutVars>
      </dgm:prSet>
      <dgm:spPr/>
    </dgm:pt>
    <dgm:pt modelId="{EDE17760-744C-4D10-A552-F02B62DDB78D}" type="pres">
      <dgm:prSet presAssocID="{7F875FD1-563E-4103-BFE1-CFBAE590A1CD}" presName="spacerL" presStyleCnt="0"/>
      <dgm:spPr/>
    </dgm:pt>
    <dgm:pt modelId="{F25A3D9B-085C-465B-A49B-916CC89539A1}" type="pres">
      <dgm:prSet presAssocID="{7F875FD1-563E-4103-BFE1-CFBAE590A1CD}" presName="sibTrans" presStyleLbl="sibTrans2D1" presStyleIdx="0" presStyleCnt="2" custLinFactX="300000" custLinFactNeighborX="394576" custLinFactNeighborY="3852"/>
      <dgm:spPr/>
    </dgm:pt>
    <dgm:pt modelId="{B01E47DC-B502-43BB-A501-C7A7CE56170E}" type="pres">
      <dgm:prSet presAssocID="{7F875FD1-563E-4103-BFE1-CFBAE590A1CD}" presName="spacerR" presStyleCnt="0"/>
      <dgm:spPr/>
    </dgm:pt>
    <dgm:pt modelId="{E4EFC634-06B4-4291-818C-3EE3D5209CB0}" type="pres">
      <dgm:prSet presAssocID="{AF278B36-B6A3-4DD2-8590-AF60250904FC}" presName="node" presStyleLbl="node1" presStyleIdx="1" presStyleCnt="3" custScaleX="132136" custScaleY="97790">
        <dgm:presLayoutVars>
          <dgm:bulletEnabled val="1"/>
        </dgm:presLayoutVars>
      </dgm:prSet>
      <dgm:spPr/>
    </dgm:pt>
    <dgm:pt modelId="{F62EDD0F-8DEA-4D00-ABC6-FB3B1176FE8F}" type="pres">
      <dgm:prSet presAssocID="{B4FEC157-3B1B-474B-B379-D6BBE419ADC9}" presName="spacerL" presStyleCnt="0"/>
      <dgm:spPr/>
    </dgm:pt>
    <dgm:pt modelId="{C2A8B2AC-7AEA-412E-9AEF-D4D0CBA21598}" type="pres">
      <dgm:prSet presAssocID="{B4FEC157-3B1B-474B-B379-D6BBE419ADC9}" presName="sibTrans" presStyleLbl="sibTrans2D1" presStyleIdx="1" presStyleCnt="2" custLinFactX="-300000" custLinFactNeighborX="-344957" custLinFactNeighborY="-5807"/>
      <dgm:spPr/>
    </dgm:pt>
    <dgm:pt modelId="{0FE2DF7F-1360-408F-BB23-B19A0C429683}" type="pres">
      <dgm:prSet presAssocID="{B4FEC157-3B1B-474B-B379-D6BBE419ADC9}" presName="spacerR" presStyleCnt="0"/>
      <dgm:spPr/>
    </dgm:pt>
    <dgm:pt modelId="{F636CE5F-A1CD-439B-9911-85207EA76E65}" type="pres">
      <dgm:prSet presAssocID="{EAC65300-8904-4234-A5F2-7BFF4D3C69C8}" presName="node" presStyleLbl="node1" presStyleIdx="2" presStyleCnt="3" custScaleX="185634" custScaleY="143165">
        <dgm:presLayoutVars>
          <dgm:bulletEnabled val="1"/>
        </dgm:presLayoutVars>
      </dgm:prSet>
      <dgm:spPr/>
    </dgm:pt>
  </dgm:ptLst>
  <dgm:cxnLst>
    <dgm:cxn modelId="{1F744E0E-D1CF-45A7-9244-AA69D183D0ED}" srcId="{C0317396-2B72-43B5-9DD7-7D8C2F4EBB2F}" destId="{AF278B36-B6A3-4DD2-8590-AF60250904FC}" srcOrd="1" destOrd="0" parTransId="{31E9FE39-BEF7-40E6-9EB3-E8A4EDF5164E}" sibTransId="{B4FEC157-3B1B-474B-B379-D6BBE419ADC9}"/>
    <dgm:cxn modelId="{B5719971-BA7C-4346-9AAE-A908307235DD}" type="presOf" srcId="{C0317396-2B72-43B5-9DD7-7D8C2F4EBB2F}" destId="{332F3925-013B-4DEE-8CA3-A47A8CADF24B}" srcOrd="0" destOrd="0" presId="urn:microsoft.com/office/officeart/2005/8/layout/equation1"/>
    <dgm:cxn modelId="{74582979-6BB7-4661-B748-866F1E227669}" type="presOf" srcId="{EAC65300-8904-4234-A5F2-7BFF4D3C69C8}" destId="{F636CE5F-A1CD-439B-9911-85207EA76E65}" srcOrd="0" destOrd="0" presId="urn:microsoft.com/office/officeart/2005/8/layout/equation1"/>
    <dgm:cxn modelId="{9CA707B5-0053-4A74-A2BD-321B50280221}" srcId="{C0317396-2B72-43B5-9DD7-7D8C2F4EBB2F}" destId="{94C5B081-EAC0-44EF-8C47-CB07C83DF56D}" srcOrd="0" destOrd="0" parTransId="{BDC35FC6-34C9-4267-BB65-3046802136F1}" sibTransId="{7F875FD1-563E-4103-BFE1-CFBAE590A1CD}"/>
    <dgm:cxn modelId="{54BD60BE-04A4-41E7-BEC7-F426E6FA87A7}" srcId="{C0317396-2B72-43B5-9DD7-7D8C2F4EBB2F}" destId="{EAC65300-8904-4234-A5F2-7BFF4D3C69C8}" srcOrd="2" destOrd="0" parTransId="{E9A540DF-BDED-445B-BC9A-1F92BD0B55A3}" sibTransId="{56017F16-59AB-4FE1-994B-ECF27B4BB481}"/>
    <dgm:cxn modelId="{181A2DCE-A448-4ED6-AE05-1943A6F6F886}" type="presOf" srcId="{AF278B36-B6A3-4DD2-8590-AF60250904FC}" destId="{E4EFC634-06B4-4291-818C-3EE3D5209CB0}" srcOrd="0" destOrd="0" presId="urn:microsoft.com/office/officeart/2005/8/layout/equation1"/>
    <dgm:cxn modelId="{ED25C3D8-63A7-4613-B9D9-DC407A58238C}" type="presOf" srcId="{B4FEC157-3B1B-474B-B379-D6BBE419ADC9}" destId="{C2A8B2AC-7AEA-412E-9AEF-D4D0CBA21598}" srcOrd="0" destOrd="0" presId="urn:microsoft.com/office/officeart/2005/8/layout/equation1"/>
    <dgm:cxn modelId="{F7E05DEC-F17F-4A47-92E6-A2298AA57B00}" type="presOf" srcId="{7F875FD1-563E-4103-BFE1-CFBAE590A1CD}" destId="{F25A3D9B-085C-465B-A49B-916CC89539A1}" srcOrd="0" destOrd="0" presId="urn:microsoft.com/office/officeart/2005/8/layout/equation1"/>
    <dgm:cxn modelId="{A9B64FFD-3748-480B-98D6-9EBD6065B29F}" type="presOf" srcId="{94C5B081-EAC0-44EF-8C47-CB07C83DF56D}" destId="{C86373F3-4400-4379-A4DD-63FB385ECB9B}" srcOrd="0" destOrd="0" presId="urn:microsoft.com/office/officeart/2005/8/layout/equation1"/>
    <dgm:cxn modelId="{CED0D19D-FC3C-460A-8A35-7B0003C5DB9C}" type="presParOf" srcId="{332F3925-013B-4DEE-8CA3-A47A8CADF24B}" destId="{C86373F3-4400-4379-A4DD-63FB385ECB9B}" srcOrd="0" destOrd="0" presId="urn:microsoft.com/office/officeart/2005/8/layout/equation1"/>
    <dgm:cxn modelId="{8E17B3C3-77CC-406E-9404-6E30818144DD}" type="presParOf" srcId="{332F3925-013B-4DEE-8CA3-A47A8CADF24B}" destId="{EDE17760-744C-4D10-A552-F02B62DDB78D}" srcOrd="1" destOrd="0" presId="urn:microsoft.com/office/officeart/2005/8/layout/equation1"/>
    <dgm:cxn modelId="{64432E45-9F76-40BF-A359-8420CC268E32}" type="presParOf" srcId="{332F3925-013B-4DEE-8CA3-A47A8CADF24B}" destId="{F25A3D9B-085C-465B-A49B-916CC89539A1}" srcOrd="2" destOrd="0" presId="urn:microsoft.com/office/officeart/2005/8/layout/equation1"/>
    <dgm:cxn modelId="{CA8E5AF3-B24E-45E8-B388-85AA70A957EF}" type="presParOf" srcId="{332F3925-013B-4DEE-8CA3-A47A8CADF24B}" destId="{B01E47DC-B502-43BB-A501-C7A7CE56170E}" srcOrd="3" destOrd="0" presId="urn:microsoft.com/office/officeart/2005/8/layout/equation1"/>
    <dgm:cxn modelId="{3FE1D5F9-52F9-4A7C-AADE-61CB5C27120D}" type="presParOf" srcId="{332F3925-013B-4DEE-8CA3-A47A8CADF24B}" destId="{E4EFC634-06B4-4291-818C-3EE3D5209CB0}" srcOrd="4" destOrd="0" presId="urn:microsoft.com/office/officeart/2005/8/layout/equation1"/>
    <dgm:cxn modelId="{7EF775AE-F1D8-46EF-AFE6-D197AA84F453}" type="presParOf" srcId="{332F3925-013B-4DEE-8CA3-A47A8CADF24B}" destId="{F62EDD0F-8DEA-4D00-ABC6-FB3B1176FE8F}" srcOrd="5" destOrd="0" presId="urn:microsoft.com/office/officeart/2005/8/layout/equation1"/>
    <dgm:cxn modelId="{98ABDFDA-152D-44CA-9B80-5DDF5826FE09}" type="presParOf" srcId="{332F3925-013B-4DEE-8CA3-A47A8CADF24B}" destId="{C2A8B2AC-7AEA-412E-9AEF-D4D0CBA21598}" srcOrd="6" destOrd="0" presId="urn:microsoft.com/office/officeart/2005/8/layout/equation1"/>
    <dgm:cxn modelId="{B6C7C8D5-FC7C-444F-A97A-EBACAB3867AA}" type="presParOf" srcId="{332F3925-013B-4DEE-8CA3-A47A8CADF24B}" destId="{0FE2DF7F-1360-408F-BB23-B19A0C429683}" srcOrd="7" destOrd="0" presId="urn:microsoft.com/office/officeart/2005/8/layout/equation1"/>
    <dgm:cxn modelId="{5659CFB6-7B07-46E9-A81A-5CE75896DE14}" type="presParOf" srcId="{332F3925-013B-4DEE-8CA3-A47A8CADF24B}" destId="{F636CE5F-A1CD-439B-9911-85207EA76E65}"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D45EA0-7F04-4E9F-B27A-ABBF4593D69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ru-RU"/>
        </a:p>
      </dgm:t>
    </dgm:pt>
    <dgm:pt modelId="{79B4395C-6E76-4D35-9106-1A388A267371}">
      <dgm:prSet phldrT="[Текст]" custT="1"/>
      <dgm:spPr/>
      <dgm:t>
        <a:bodyPr/>
        <a:lstStyle/>
        <a:p>
          <a:r>
            <a:rPr lang="en-US" sz="3200" dirty="0"/>
            <a:t>O’QIY</a:t>
          </a:r>
          <a:endParaRPr lang="ru-RU" sz="3200" dirty="0"/>
        </a:p>
      </dgm:t>
    </dgm:pt>
    <dgm:pt modelId="{F9255FFE-CF05-42A4-ABE0-443210F85A11}" type="parTrans" cxnId="{59F61B6A-DE0F-4C78-9CCD-90B45A01A3C7}">
      <dgm:prSet/>
      <dgm:spPr/>
      <dgm:t>
        <a:bodyPr/>
        <a:lstStyle/>
        <a:p>
          <a:endParaRPr lang="ru-RU" sz="2800"/>
        </a:p>
      </dgm:t>
    </dgm:pt>
    <dgm:pt modelId="{20EF679E-FCA6-4124-B41B-96D950208A9D}" type="sibTrans" cxnId="{59F61B6A-DE0F-4C78-9CCD-90B45A01A3C7}">
      <dgm:prSet/>
      <dgm:spPr/>
      <dgm:t>
        <a:bodyPr/>
        <a:lstStyle/>
        <a:p>
          <a:endParaRPr lang="ru-RU" sz="2800"/>
        </a:p>
      </dgm:t>
    </dgm:pt>
    <dgm:pt modelId="{ED2E3128-EA0D-405E-9E9E-F00A6CD0C99A}">
      <dgm:prSet phldrT="[Текст]" custT="1"/>
      <dgm:spPr/>
      <dgm:t>
        <a:bodyPr/>
        <a:lstStyle/>
        <a:p>
          <a:r>
            <a:rPr lang="en-US" sz="3200" dirty="0"/>
            <a:t>2</a:t>
          </a:r>
          <a:endParaRPr lang="ru-RU" sz="3200" dirty="0"/>
        </a:p>
      </dgm:t>
    </dgm:pt>
    <dgm:pt modelId="{9315D9C9-EA61-4DFB-96C9-B287CA0047BA}" type="parTrans" cxnId="{AAC28F37-3B35-4CC0-BCEC-EECCA9661F78}">
      <dgm:prSet/>
      <dgm:spPr/>
      <dgm:t>
        <a:bodyPr/>
        <a:lstStyle/>
        <a:p>
          <a:endParaRPr lang="ru-RU" sz="2800"/>
        </a:p>
      </dgm:t>
    </dgm:pt>
    <dgm:pt modelId="{A4A77741-9F91-468D-94C1-13A1A5200E09}" type="sibTrans" cxnId="{AAC28F37-3B35-4CC0-BCEC-EECCA9661F78}">
      <dgm:prSet/>
      <dgm:spPr/>
      <dgm:t>
        <a:bodyPr/>
        <a:lstStyle/>
        <a:p>
          <a:endParaRPr lang="ru-RU" sz="2800"/>
        </a:p>
      </dgm:t>
    </dgm:pt>
    <dgm:pt modelId="{C5EE0AE7-FCD4-4FD4-BC80-B505FFCA9F4F}">
      <dgm:prSet phldrT="[Текст]" custT="1"/>
      <dgm:spPr/>
      <dgm:t>
        <a:bodyPr/>
        <a:lstStyle/>
        <a:p>
          <a:r>
            <a:rPr lang="en-US" sz="3200" dirty="0"/>
            <a:t>RADIAL-O’QIY  </a:t>
          </a:r>
          <a:endParaRPr lang="ru-RU" sz="3200" dirty="0"/>
        </a:p>
      </dgm:t>
    </dgm:pt>
    <dgm:pt modelId="{7BA5A6C0-F892-4F10-8F8B-806AB080B69C}" type="parTrans" cxnId="{0799D44B-4558-4273-929A-54E0D6D3ABC1}">
      <dgm:prSet/>
      <dgm:spPr/>
      <dgm:t>
        <a:bodyPr/>
        <a:lstStyle/>
        <a:p>
          <a:endParaRPr lang="ru-RU" sz="2800"/>
        </a:p>
      </dgm:t>
    </dgm:pt>
    <dgm:pt modelId="{F37A5AB2-F5CC-4148-9375-5AB1B0446A0C}" type="sibTrans" cxnId="{0799D44B-4558-4273-929A-54E0D6D3ABC1}">
      <dgm:prSet/>
      <dgm:spPr/>
      <dgm:t>
        <a:bodyPr/>
        <a:lstStyle/>
        <a:p>
          <a:endParaRPr lang="ru-RU" sz="2800"/>
        </a:p>
      </dgm:t>
    </dgm:pt>
    <dgm:pt modelId="{6D78C31E-F668-465A-8B22-C9573164ACC9}">
      <dgm:prSet phldrT="[Текст]" custT="1"/>
      <dgm:spPr/>
      <dgm:t>
        <a:bodyPr/>
        <a:lstStyle/>
        <a:p>
          <a:r>
            <a:rPr lang="en-US" sz="3200" dirty="0"/>
            <a:t>3</a:t>
          </a:r>
          <a:endParaRPr lang="ru-RU" sz="3200" dirty="0"/>
        </a:p>
      </dgm:t>
    </dgm:pt>
    <dgm:pt modelId="{97A4B7E6-7ED8-4A1E-A14E-263FA7E63E96}" type="parTrans" cxnId="{32D96445-9A8C-4239-BBF6-97A0C0A0F3CC}">
      <dgm:prSet/>
      <dgm:spPr/>
      <dgm:t>
        <a:bodyPr/>
        <a:lstStyle/>
        <a:p>
          <a:endParaRPr lang="ru-RU" sz="2800"/>
        </a:p>
      </dgm:t>
    </dgm:pt>
    <dgm:pt modelId="{40E372B3-4491-48EF-8C5F-A37DB2DB6B2D}" type="sibTrans" cxnId="{32D96445-9A8C-4239-BBF6-97A0C0A0F3CC}">
      <dgm:prSet/>
      <dgm:spPr/>
      <dgm:t>
        <a:bodyPr/>
        <a:lstStyle/>
        <a:p>
          <a:endParaRPr lang="ru-RU" sz="2800"/>
        </a:p>
      </dgm:t>
    </dgm:pt>
    <dgm:pt modelId="{F8D15744-438A-48CE-BF1C-C11538720A18}">
      <dgm:prSet phldrT="[Текст]" custT="1"/>
      <dgm:spPr/>
      <dgm:t>
        <a:bodyPr/>
        <a:lstStyle/>
        <a:p>
          <a:r>
            <a:rPr lang="en-US" sz="3200" dirty="0"/>
            <a:t>DIAGONAL</a:t>
          </a:r>
          <a:endParaRPr lang="ru-RU" sz="3200" dirty="0"/>
        </a:p>
      </dgm:t>
    </dgm:pt>
    <dgm:pt modelId="{9B535475-B77C-4BCE-A2CE-B0478D8A47AD}" type="parTrans" cxnId="{B8D06072-C7E9-4387-8619-AED9E6CB2A80}">
      <dgm:prSet/>
      <dgm:spPr/>
      <dgm:t>
        <a:bodyPr/>
        <a:lstStyle/>
        <a:p>
          <a:endParaRPr lang="ru-RU" sz="2800"/>
        </a:p>
      </dgm:t>
    </dgm:pt>
    <dgm:pt modelId="{BCCC9F0E-A5F3-4840-A42B-ABBC6160BF21}" type="sibTrans" cxnId="{B8D06072-C7E9-4387-8619-AED9E6CB2A80}">
      <dgm:prSet/>
      <dgm:spPr/>
      <dgm:t>
        <a:bodyPr/>
        <a:lstStyle/>
        <a:p>
          <a:endParaRPr lang="ru-RU" sz="2800"/>
        </a:p>
      </dgm:t>
    </dgm:pt>
    <dgm:pt modelId="{25577530-DEA1-480F-B085-3167736F45EE}">
      <dgm:prSet phldrT="[Текст]" custT="1"/>
      <dgm:spPr/>
      <dgm:t>
        <a:bodyPr/>
        <a:lstStyle/>
        <a:p>
          <a:r>
            <a:rPr lang="en-US" sz="3200" dirty="0"/>
            <a:t>1</a:t>
          </a:r>
          <a:endParaRPr lang="ru-RU" sz="3200" dirty="0"/>
        </a:p>
      </dgm:t>
    </dgm:pt>
    <dgm:pt modelId="{C3D05F0E-7167-4E8F-BE95-34C82F310383}" type="sibTrans" cxnId="{E4453C74-A0D5-4EBE-8646-672CE8815036}">
      <dgm:prSet/>
      <dgm:spPr/>
      <dgm:t>
        <a:bodyPr/>
        <a:lstStyle/>
        <a:p>
          <a:endParaRPr lang="ru-RU" sz="2800"/>
        </a:p>
      </dgm:t>
    </dgm:pt>
    <dgm:pt modelId="{EBF14155-09AF-4BE5-AE50-503A03ECD27E}" type="parTrans" cxnId="{E4453C74-A0D5-4EBE-8646-672CE8815036}">
      <dgm:prSet/>
      <dgm:spPr/>
      <dgm:t>
        <a:bodyPr/>
        <a:lstStyle/>
        <a:p>
          <a:endParaRPr lang="ru-RU" sz="2800"/>
        </a:p>
      </dgm:t>
    </dgm:pt>
    <dgm:pt modelId="{0A2D7174-19F1-4717-A4BC-0260DFF9F2E5}">
      <dgm:prSet phldrT="[Текст]" custT="1"/>
      <dgm:spPr/>
      <dgm:t>
        <a:bodyPr/>
        <a:lstStyle/>
        <a:p>
          <a:endParaRPr lang="ru-RU" sz="3200" dirty="0"/>
        </a:p>
      </dgm:t>
    </dgm:pt>
    <dgm:pt modelId="{ED60779A-4AEF-4C8E-8619-2627BD1356B8}" type="parTrans" cxnId="{E29EEE4E-7906-4E59-9B64-FECC11A715D6}">
      <dgm:prSet/>
      <dgm:spPr/>
      <dgm:t>
        <a:bodyPr/>
        <a:lstStyle/>
        <a:p>
          <a:endParaRPr lang="ru-RU" sz="2800"/>
        </a:p>
      </dgm:t>
    </dgm:pt>
    <dgm:pt modelId="{DB8A447C-28A3-475D-9687-A46BF49537DB}" type="sibTrans" cxnId="{E29EEE4E-7906-4E59-9B64-FECC11A715D6}">
      <dgm:prSet/>
      <dgm:spPr/>
      <dgm:t>
        <a:bodyPr/>
        <a:lstStyle/>
        <a:p>
          <a:endParaRPr lang="ru-RU" sz="2800"/>
        </a:p>
      </dgm:t>
    </dgm:pt>
    <dgm:pt modelId="{EDDD41D4-C562-4322-BBDC-1F1FA50B8F30}">
      <dgm:prSet custT="1"/>
      <dgm:spPr/>
      <dgm:t>
        <a:bodyPr/>
        <a:lstStyle/>
        <a:p>
          <a:r>
            <a:rPr lang="en-US" sz="3200" dirty="0"/>
            <a:t>4</a:t>
          </a:r>
          <a:endParaRPr lang="ru-RU" sz="3200" dirty="0"/>
        </a:p>
      </dgm:t>
    </dgm:pt>
    <dgm:pt modelId="{5B8A9B4B-A717-429F-9A96-84519F61CA46}" type="parTrans" cxnId="{790F8D4A-4C4A-4B3D-94C4-7DD2C4E72525}">
      <dgm:prSet/>
      <dgm:spPr/>
      <dgm:t>
        <a:bodyPr/>
        <a:lstStyle/>
        <a:p>
          <a:endParaRPr lang="ru-RU" sz="2800"/>
        </a:p>
      </dgm:t>
    </dgm:pt>
    <dgm:pt modelId="{092C1510-4E00-43BB-800F-8D93E238C019}" type="sibTrans" cxnId="{790F8D4A-4C4A-4B3D-94C4-7DD2C4E72525}">
      <dgm:prSet/>
      <dgm:spPr/>
      <dgm:t>
        <a:bodyPr/>
        <a:lstStyle/>
        <a:p>
          <a:endParaRPr lang="ru-RU" sz="2800"/>
        </a:p>
      </dgm:t>
    </dgm:pt>
    <dgm:pt modelId="{32A2DDEC-A8C2-4EDE-8F9A-93F664531FF1}">
      <dgm:prSet custT="1"/>
      <dgm:spPr/>
      <dgm:t>
        <a:bodyPr/>
        <a:lstStyle/>
        <a:p>
          <a:r>
            <a:rPr lang="en-US" sz="3200" dirty="0"/>
            <a:t>OQIMCHALI</a:t>
          </a:r>
          <a:endParaRPr lang="ru-RU" sz="3200" dirty="0"/>
        </a:p>
      </dgm:t>
    </dgm:pt>
    <dgm:pt modelId="{66C9012F-EB28-425D-B5A4-40404D3FDE7C}" type="parTrans" cxnId="{C0560028-3192-4511-9E0F-D19433E3FD42}">
      <dgm:prSet/>
      <dgm:spPr/>
      <dgm:t>
        <a:bodyPr/>
        <a:lstStyle/>
        <a:p>
          <a:endParaRPr lang="ru-RU" sz="2800"/>
        </a:p>
      </dgm:t>
    </dgm:pt>
    <dgm:pt modelId="{A022BD94-BEB5-4664-8B1C-697716A70F0A}" type="sibTrans" cxnId="{C0560028-3192-4511-9E0F-D19433E3FD42}">
      <dgm:prSet/>
      <dgm:spPr/>
      <dgm:t>
        <a:bodyPr/>
        <a:lstStyle/>
        <a:p>
          <a:endParaRPr lang="ru-RU" sz="2800"/>
        </a:p>
      </dgm:t>
    </dgm:pt>
    <dgm:pt modelId="{E4F6033C-4762-4CAA-A511-EF2C7F6A2E96}">
      <dgm:prSet phldrT="[Текст]" custT="1"/>
      <dgm:spPr/>
      <dgm:t>
        <a:bodyPr/>
        <a:lstStyle/>
        <a:p>
          <a:endParaRPr lang="ru-RU" sz="3200" dirty="0"/>
        </a:p>
      </dgm:t>
    </dgm:pt>
    <dgm:pt modelId="{E26E04CB-89F9-46DF-9C2F-4FECF9319411}" type="parTrans" cxnId="{E1E3963D-9450-4BFF-B0FF-4563E9965E8E}">
      <dgm:prSet/>
      <dgm:spPr/>
      <dgm:t>
        <a:bodyPr/>
        <a:lstStyle/>
        <a:p>
          <a:endParaRPr lang="ru-RU"/>
        </a:p>
      </dgm:t>
    </dgm:pt>
    <dgm:pt modelId="{8C22DF3D-7A20-4816-8B73-F7290F63CD3F}" type="sibTrans" cxnId="{E1E3963D-9450-4BFF-B0FF-4563E9965E8E}">
      <dgm:prSet/>
      <dgm:spPr/>
      <dgm:t>
        <a:bodyPr/>
        <a:lstStyle/>
        <a:p>
          <a:endParaRPr lang="ru-RU"/>
        </a:p>
      </dgm:t>
    </dgm:pt>
    <dgm:pt modelId="{58757764-FA7B-4063-9105-12152D7D8782}" type="pres">
      <dgm:prSet presAssocID="{3ED45EA0-7F04-4E9F-B27A-ABBF4593D69A}" presName="linearFlow" presStyleCnt="0">
        <dgm:presLayoutVars>
          <dgm:dir/>
          <dgm:animLvl val="lvl"/>
          <dgm:resizeHandles val="exact"/>
        </dgm:presLayoutVars>
      </dgm:prSet>
      <dgm:spPr/>
    </dgm:pt>
    <dgm:pt modelId="{1AB12D95-CDCC-446B-A90B-64AD04BFB748}" type="pres">
      <dgm:prSet presAssocID="{25577530-DEA1-480F-B085-3167736F45EE}" presName="composite" presStyleCnt="0"/>
      <dgm:spPr/>
    </dgm:pt>
    <dgm:pt modelId="{FAC115CF-F5BD-47EF-B121-D81595E0043E}" type="pres">
      <dgm:prSet presAssocID="{25577530-DEA1-480F-B085-3167736F45EE}" presName="parentText" presStyleLbl="alignNode1" presStyleIdx="0" presStyleCnt="4">
        <dgm:presLayoutVars>
          <dgm:chMax val="1"/>
          <dgm:bulletEnabled val="1"/>
        </dgm:presLayoutVars>
      </dgm:prSet>
      <dgm:spPr/>
    </dgm:pt>
    <dgm:pt modelId="{C8D7BBEF-AB95-4E72-8299-FD85F21582C9}" type="pres">
      <dgm:prSet presAssocID="{25577530-DEA1-480F-B085-3167736F45EE}" presName="descendantText" presStyleLbl="alignAcc1" presStyleIdx="0" presStyleCnt="4" custLinFactNeighborX="898" custLinFactNeighborY="-82">
        <dgm:presLayoutVars>
          <dgm:bulletEnabled val="1"/>
        </dgm:presLayoutVars>
      </dgm:prSet>
      <dgm:spPr/>
    </dgm:pt>
    <dgm:pt modelId="{5F29252E-8801-4760-8029-BE4E0C5BE283}" type="pres">
      <dgm:prSet presAssocID="{C3D05F0E-7167-4E8F-BE95-34C82F310383}" presName="sp" presStyleCnt="0"/>
      <dgm:spPr/>
    </dgm:pt>
    <dgm:pt modelId="{6D87C92B-B196-4A37-BF56-8D7B2B54C192}" type="pres">
      <dgm:prSet presAssocID="{ED2E3128-EA0D-405E-9E9E-F00A6CD0C99A}" presName="composite" presStyleCnt="0"/>
      <dgm:spPr/>
    </dgm:pt>
    <dgm:pt modelId="{10A6CD3E-536F-4FB3-BB62-E30F999345D9}" type="pres">
      <dgm:prSet presAssocID="{ED2E3128-EA0D-405E-9E9E-F00A6CD0C99A}" presName="parentText" presStyleLbl="alignNode1" presStyleIdx="1" presStyleCnt="4">
        <dgm:presLayoutVars>
          <dgm:chMax val="1"/>
          <dgm:bulletEnabled val="1"/>
        </dgm:presLayoutVars>
      </dgm:prSet>
      <dgm:spPr/>
    </dgm:pt>
    <dgm:pt modelId="{EA83BBA2-55A8-4874-A97F-4C36FFE198CE}" type="pres">
      <dgm:prSet presAssocID="{ED2E3128-EA0D-405E-9E9E-F00A6CD0C99A}" presName="descendantText" presStyleLbl="alignAcc1" presStyleIdx="1" presStyleCnt="4">
        <dgm:presLayoutVars>
          <dgm:bulletEnabled val="1"/>
        </dgm:presLayoutVars>
      </dgm:prSet>
      <dgm:spPr/>
    </dgm:pt>
    <dgm:pt modelId="{979A0931-04B8-4BF6-A649-7F8F5268A6C4}" type="pres">
      <dgm:prSet presAssocID="{A4A77741-9F91-468D-94C1-13A1A5200E09}" presName="sp" presStyleCnt="0"/>
      <dgm:spPr/>
    </dgm:pt>
    <dgm:pt modelId="{8AE797BE-5CF5-4006-AA73-6BBE33DDDC8E}" type="pres">
      <dgm:prSet presAssocID="{6D78C31E-F668-465A-8B22-C9573164ACC9}" presName="composite" presStyleCnt="0"/>
      <dgm:spPr/>
    </dgm:pt>
    <dgm:pt modelId="{A1847A87-AA4A-450F-8EEE-16B35848E357}" type="pres">
      <dgm:prSet presAssocID="{6D78C31E-F668-465A-8B22-C9573164ACC9}" presName="parentText" presStyleLbl="alignNode1" presStyleIdx="2" presStyleCnt="4">
        <dgm:presLayoutVars>
          <dgm:chMax val="1"/>
          <dgm:bulletEnabled val="1"/>
        </dgm:presLayoutVars>
      </dgm:prSet>
      <dgm:spPr/>
    </dgm:pt>
    <dgm:pt modelId="{F0906AB4-D86F-429C-B731-63970454D83D}" type="pres">
      <dgm:prSet presAssocID="{6D78C31E-F668-465A-8B22-C9573164ACC9}" presName="descendantText" presStyleLbl="alignAcc1" presStyleIdx="2" presStyleCnt="4" custLinFactNeighborY="3407">
        <dgm:presLayoutVars>
          <dgm:bulletEnabled val="1"/>
        </dgm:presLayoutVars>
      </dgm:prSet>
      <dgm:spPr/>
    </dgm:pt>
    <dgm:pt modelId="{622D52E4-9AE8-402C-9506-0BE9D82FF4B7}" type="pres">
      <dgm:prSet presAssocID="{40E372B3-4491-48EF-8C5F-A37DB2DB6B2D}" presName="sp" presStyleCnt="0"/>
      <dgm:spPr/>
    </dgm:pt>
    <dgm:pt modelId="{6D11A5BF-B0BD-4C70-AA32-08027EFABF70}" type="pres">
      <dgm:prSet presAssocID="{EDDD41D4-C562-4322-BBDC-1F1FA50B8F30}" presName="composite" presStyleCnt="0"/>
      <dgm:spPr/>
    </dgm:pt>
    <dgm:pt modelId="{E22BB4BC-A295-4929-A412-2209C1E0EDB5}" type="pres">
      <dgm:prSet presAssocID="{EDDD41D4-C562-4322-BBDC-1F1FA50B8F30}" presName="parentText" presStyleLbl="alignNode1" presStyleIdx="3" presStyleCnt="4">
        <dgm:presLayoutVars>
          <dgm:chMax val="1"/>
          <dgm:bulletEnabled val="1"/>
        </dgm:presLayoutVars>
      </dgm:prSet>
      <dgm:spPr/>
    </dgm:pt>
    <dgm:pt modelId="{95907B13-DC02-4D71-B7E8-B0DC2EA957F8}" type="pres">
      <dgm:prSet presAssocID="{EDDD41D4-C562-4322-BBDC-1F1FA50B8F30}" presName="descendantText" presStyleLbl="alignAcc1" presStyleIdx="3" presStyleCnt="4">
        <dgm:presLayoutVars>
          <dgm:bulletEnabled val="1"/>
        </dgm:presLayoutVars>
      </dgm:prSet>
      <dgm:spPr/>
    </dgm:pt>
  </dgm:ptLst>
  <dgm:cxnLst>
    <dgm:cxn modelId="{27F5D917-83CB-4EA6-8647-1A547B260395}" type="presOf" srcId="{25577530-DEA1-480F-B085-3167736F45EE}" destId="{FAC115CF-F5BD-47EF-B121-D81595E0043E}" srcOrd="0" destOrd="0" presId="urn:microsoft.com/office/officeart/2005/8/layout/chevron2"/>
    <dgm:cxn modelId="{77BA3426-62BB-436C-A6C8-EA5E385210AF}" type="presOf" srcId="{EDDD41D4-C562-4322-BBDC-1F1FA50B8F30}" destId="{E22BB4BC-A295-4929-A412-2209C1E0EDB5}" srcOrd="0" destOrd="0" presId="urn:microsoft.com/office/officeart/2005/8/layout/chevron2"/>
    <dgm:cxn modelId="{C0560028-3192-4511-9E0F-D19433E3FD42}" srcId="{EDDD41D4-C562-4322-BBDC-1F1FA50B8F30}" destId="{32A2DDEC-A8C2-4EDE-8F9A-93F664531FF1}" srcOrd="0" destOrd="0" parTransId="{66C9012F-EB28-425D-B5A4-40404D3FDE7C}" sibTransId="{A022BD94-BEB5-4664-8B1C-697716A70F0A}"/>
    <dgm:cxn modelId="{AAC28F37-3B35-4CC0-BCEC-EECCA9661F78}" srcId="{3ED45EA0-7F04-4E9F-B27A-ABBF4593D69A}" destId="{ED2E3128-EA0D-405E-9E9E-F00A6CD0C99A}" srcOrd="1" destOrd="0" parTransId="{9315D9C9-EA61-4DFB-96C9-B287CA0047BA}" sibTransId="{A4A77741-9F91-468D-94C1-13A1A5200E09}"/>
    <dgm:cxn modelId="{E1E3963D-9450-4BFF-B0FF-4563E9965E8E}" srcId="{6D78C31E-F668-465A-8B22-C9573164ACC9}" destId="{E4F6033C-4762-4CAA-A511-EF2C7F6A2E96}" srcOrd="0" destOrd="0" parTransId="{E26E04CB-89F9-46DF-9C2F-4FECF9319411}" sibTransId="{8C22DF3D-7A20-4816-8B73-F7290F63CD3F}"/>
    <dgm:cxn modelId="{3DE6D15F-7F31-499A-82FD-7FE25095351A}" type="presOf" srcId="{E4F6033C-4762-4CAA-A511-EF2C7F6A2E96}" destId="{F0906AB4-D86F-429C-B731-63970454D83D}" srcOrd="0" destOrd="0" presId="urn:microsoft.com/office/officeart/2005/8/layout/chevron2"/>
    <dgm:cxn modelId="{4024FD60-BF62-4CCF-8401-8AE32E1E2693}" type="presOf" srcId="{0A2D7174-19F1-4717-A4BC-0260DFF9F2E5}" destId="{F0906AB4-D86F-429C-B731-63970454D83D}" srcOrd="0" destOrd="2" presId="urn:microsoft.com/office/officeart/2005/8/layout/chevron2"/>
    <dgm:cxn modelId="{32D96445-9A8C-4239-BBF6-97A0C0A0F3CC}" srcId="{3ED45EA0-7F04-4E9F-B27A-ABBF4593D69A}" destId="{6D78C31E-F668-465A-8B22-C9573164ACC9}" srcOrd="2" destOrd="0" parTransId="{97A4B7E6-7ED8-4A1E-A14E-263FA7E63E96}" sibTransId="{40E372B3-4491-48EF-8C5F-A37DB2DB6B2D}"/>
    <dgm:cxn modelId="{59F61B6A-DE0F-4C78-9CCD-90B45A01A3C7}" srcId="{25577530-DEA1-480F-B085-3167736F45EE}" destId="{79B4395C-6E76-4D35-9106-1A388A267371}" srcOrd="0" destOrd="0" parTransId="{F9255FFE-CF05-42A4-ABE0-443210F85A11}" sibTransId="{20EF679E-FCA6-4124-B41B-96D950208A9D}"/>
    <dgm:cxn modelId="{790F8D4A-4C4A-4B3D-94C4-7DD2C4E72525}" srcId="{3ED45EA0-7F04-4E9F-B27A-ABBF4593D69A}" destId="{EDDD41D4-C562-4322-BBDC-1F1FA50B8F30}" srcOrd="3" destOrd="0" parTransId="{5B8A9B4B-A717-429F-9A96-84519F61CA46}" sibTransId="{092C1510-4E00-43BB-800F-8D93E238C019}"/>
    <dgm:cxn modelId="{0799D44B-4558-4273-929A-54E0D6D3ABC1}" srcId="{ED2E3128-EA0D-405E-9E9E-F00A6CD0C99A}" destId="{C5EE0AE7-FCD4-4FD4-BC80-B505FFCA9F4F}" srcOrd="0" destOrd="0" parTransId="{7BA5A6C0-F892-4F10-8F8B-806AB080B69C}" sibTransId="{F37A5AB2-F5CC-4148-9375-5AB1B0446A0C}"/>
    <dgm:cxn modelId="{9583236E-1BF9-43AB-934B-40DF45E112DC}" type="presOf" srcId="{F8D15744-438A-48CE-BF1C-C11538720A18}" destId="{F0906AB4-D86F-429C-B731-63970454D83D}" srcOrd="0" destOrd="1" presId="urn:microsoft.com/office/officeart/2005/8/layout/chevron2"/>
    <dgm:cxn modelId="{E29EEE4E-7906-4E59-9B64-FECC11A715D6}" srcId="{6D78C31E-F668-465A-8B22-C9573164ACC9}" destId="{0A2D7174-19F1-4717-A4BC-0260DFF9F2E5}" srcOrd="2" destOrd="0" parTransId="{ED60779A-4AEF-4C8E-8619-2627BD1356B8}" sibTransId="{DB8A447C-28A3-475D-9687-A46BF49537DB}"/>
    <dgm:cxn modelId="{B8D06072-C7E9-4387-8619-AED9E6CB2A80}" srcId="{6D78C31E-F668-465A-8B22-C9573164ACC9}" destId="{F8D15744-438A-48CE-BF1C-C11538720A18}" srcOrd="1" destOrd="0" parTransId="{9B535475-B77C-4BCE-A2CE-B0478D8A47AD}" sibTransId="{BCCC9F0E-A5F3-4840-A42B-ABBC6160BF21}"/>
    <dgm:cxn modelId="{E4453C74-A0D5-4EBE-8646-672CE8815036}" srcId="{3ED45EA0-7F04-4E9F-B27A-ABBF4593D69A}" destId="{25577530-DEA1-480F-B085-3167736F45EE}" srcOrd="0" destOrd="0" parTransId="{EBF14155-09AF-4BE5-AE50-503A03ECD27E}" sibTransId="{C3D05F0E-7167-4E8F-BE95-34C82F310383}"/>
    <dgm:cxn modelId="{B340C577-42A3-4405-86F3-249E0525D16B}" type="presOf" srcId="{79B4395C-6E76-4D35-9106-1A388A267371}" destId="{C8D7BBEF-AB95-4E72-8299-FD85F21582C9}" srcOrd="0" destOrd="0" presId="urn:microsoft.com/office/officeart/2005/8/layout/chevron2"/>
    <dgm:cxn modelId="{5EDCB858-BD2C-4C71-B8EA-D20B6FA32E36}" type="presOf" srcId="{32A2DDEC-A8C2-4EDE-8F9A-93F664531FF1}" destId="{95907B13-DC02-4D71-B7E8-B0DC2EA957F8}" srcOrd="0" destOrd="0" presId="urn:microsoft.com/office/officeart/2005/8/layout/chevron2"/>
    <dgm:cxn modelId="{6394E55A-CE3A-4997-8FA4-C92412529211}" type="presOf" srcId="{6D78C31E-F668-465A-8B22-C9573164ACC9}" destId="{A1847A87-AA4A-450F-8EEE-16B35848E357}" srcOrd="0" destOrd="0" presId="urn:microsoft.com/office/officeart/2005/8/layout/chevron2"/>
    <dgm:cxn modelId="{7BC24387-D372-4974-BE3B-848673460CF1}" type="presOf" srcId="{3ED45EA0-7F04-4E9F-B27A-ABBF4593D69A}" destId="{58757764-FA7B-4063-9105-12152D7D8782}" srcOrd="0" destOrd="0" presId="urn:microsoft.com/office/officeart/2005/8/layout/chevron2"/>
    <dgm:cxn modelId="{3DE09493-94EE-4C9C-A21C-6104EA28701C}" type="presOf" srcId="{ED2E3128-EA0D-405E-9E9E-F00A6CD0C99A}" destId="{10A6CD3E-536F-4FB3-BB62-E30F999345D9}" srcOrd="0" destOrd="0" presId="urn:microsoft.com/office/officeart/2005/8/layout/chevron2"/>
    <dgm:cxn modelId="{0E0292EE-5A4F-4738-BDD8-09A37C43F260}" type="presOf" srcId="{C5EE0AE7-FCD4-4FD4-BC80-B505FFCA9F4F}" destId="{EA83BBA2-55A8-4874-A97F-4C36FFE198CE}" srcOrd="0" destOrd="0" presId="urn:microsoft.com/office/officeart/2005/8/layout/chevron2"/>
    <dgm:cxn modelId="{F5185171-EBC4-474F-ADA3-D267C926DCE7}" type="presParOf" srcId="{58757764-FA7B-4063-9105-12152D7D8782}" destId="{1AB12D95-CDCC-446B-A90B-64AD04BFB748}" srcOrd="0" destOrd="0" presId="urn:microsoft.com/office/officeart/2005/8/layout/chevron2"/>
    <dgm:cxn modelId="{4AFD5DA0-B651-40AD-ABC6-34773536DF31}" type="presParOf" srcId="{1AB12D95-CDCC-446B-A90B-64AD04BFB748}" destId="{FAC115CF-F5BD-47EF-B121-D81595E0043E}" srcOrd="0" destOrd="0" presId="urn:microsoft.com/office/officeart/2005/8/layout/chevron2"/>
    <dgm:cxn modelId="{E00E0195-C8B2-441D-9F26-72F0A13E92C3}" type="presParOf" srcId="{1AB12D95-CDCC-446B-A90B-64AD04BFB748}" destId="{C8D7BBEF-AB95-4E72-8299-FD85F21582C9}" srcOrd="1" destOrd="0" presId="urn:microsoft.com/office/officeart/2005/8/layout/chevron2"/>
    <dgm:cxn modelId="{678EDA4A-247F-4A0D-9080-7FB6EC8C24F9}" type="presParOf" srcId="{58757764-FA7B-4063-9105-12152D7D8782}" destId="{5F29252E-8801-4760-8029-BE4E0C5BE283}" srcOrd="1" destOrd="0" presId="urn:microsoft.com/office/officeart/2005/8/layout/chevron2"/>
    <dgm:cxn modelId="{E9F1E844-0D82-473D-975F-B64315994C55}" type="presParOf" srcId="{58757764-FA7B-4063-9105-12152D7D8782}" destId="{6D87C92B-B196-4A37-BF56-8D7B2B54C192}" srcOrd="2" destOrd="0" presId="urn:microsoft.com/office/officeart/2005/8/layout/chevron2"/>
    <dgm:cxn modelId="{57C303ED-B9D8-4B7B-B356-1B418BF0D9DD}" type="presParOf" srcId="{6D87C92B-B196-4A37-BF56-8D7B2B54C192}" destId="{10A6CD3E-536F-4FB3-BB62-E30F999345D9}" srcOrd="0" destOrd="0" presId="urn:microsoft.com/office/officeart/2005/8/layout/chevron2"/>
    <dgm:cxn modelId="{C042003D-FB23-4798-B647-4683BC437E1A}" type="presParOf" srcId="{6D87C92B-B196-4A37-BF56-8D7B2B54C192}" destId="{EA83BBA2-55A8-4874-A97F-4C36FFE198CE}" srcOrd="1" destOrd="0" presId="urn:microsoft.com/office/officeart/2005/8/layout/chevron2"/>
    <dgm:cxn modelId="{4F3770EC-61FB-4822-8F8D-4B45DABC469D}" type="presParOf" srcId="{58757764-FA7B-4063-9105-12152D7D8782}" destId="{979A0931-04B8-4BF6-A649-7F8F5268A6C4}" srcOrd="3" destOrd="0" presId="urn:microsoft.com/office/officeart/2005/8/layout/chevron2"/>
    <dgm:cxn modelId="{CAF94605-0217-4AF1-A2A7-7C0E34C8A350}" type="presParOf" srcId="{58757764-FA7B-4063-9105-12152D7D8782}" destId="{8AE797BE-5CF5-4006-AA73-6BBE33DDDC8E}" srcOrd="4" destOrd="0" presId="urn:microsoft.com/office/officeart/2005/8/layout/chevron2"/>
    <dgm:cxn modelId="{0A7BF198-4CBE-4743-BED3-C5F937C87E05}" type="presParOf" srcId="{8AE797BE-5CF5-4006-AA73-6BBE33DDDC8E}" destId="{A1847A87-AA4A-450F-8EEE-16B35848E357}" srcOrd="0" destOrd="0" presId="urn:microsoft.com/office/officeart/2005/8/layout/chevron2"/>
    <dgm:cxn modelId="{8A77E259-5E0A-4931-A044-CF3DAD1A11A2}" type="presParOf" srcId="{8AE797BE-5CF5-4006-AA73-6BBE33DDDC8E}" destId="{F0906AB4-D86F-429C-B731-63970454D83D}" srcOrd="1" destOrd="0" presId="urn:microsoft.com/office/officeart/2005/8/layout/chevron2"/>
    <dgm:cxn modelId="{69923B0F-429C-433E-8F6F-F574BAF3AC81}" type="presParOf" srcId="{58757764-FA7B-4063-9105-12152D7D8782}" destId="{622D52E4-9AE8-402C-9506-0BE9D82FF4B7}" srcOrd="5" destOrd="0" presId="urn:microsoft.com/office/officeart/2005/8/layout/chevron2"/>
    <dgm:cxn modelId="{D753911E-3B65-423E-AB32-96D7D136C2B7}" type="presParOf" srcId="{58757764-FA7B-4063-9105-12152D7D8782}" destId="{6D11A5BF-B0BD-4C70-AA32-08027EFABF70}" srcOrd="6" destOrd="0" presId="urn:microsoft.com/office/officeart/2005/8/layout/chevron2"/>
    <dgm:cxn modelId="{8D2B8935-6867-44B3-873F-969F32470756}" type="presParOf" srcId="{6D11A5BF-B0BD-4C70-AA32-08027EFABF70}" destId="{E22BB4BC-A295-4929-A412-2209C1E0EDB5}" srcOrd="0" destOrd="0" presId="urn:microsoft.com/office/officeart/2005/8/layout/chevron2"/>
    <dgm:cxn modelId="{590D7F8A-98FA-4C18-A9A2-21FED6D5E7BB}" type="presParOf" srcId="{6D11A5BF-B0BD-4C70-AA32-08027EFABF70}" destId="{95907B13-DC02-4D71-B7E8-B0DC2EA957F8}"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6373F3-4400-4379-A4DD-63FB385ECB9B}">
      <dsp:nvSpPr>
        <dsp:cNvPr id="0" name=""/>
        <dsp:cNvSpPr/>
      </dsp:nvSpPr>
      <dsp:spPr>
        <a:xfrm>
          <a:off x="64865" y="1474465"/>
          <a:ext cx="1958462" cy="151196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err="1"/>
            <a:t>Gidro</a:t>
          </a:r>
          <a:endParaRPr lang="en-US" sz="3200" kern="1200" dirty="0"/>
        </a:p>
        <a:p>
          <a:pPr marL="0" lvl="0" indent="0" algn="ctr" defTabSz="1422400">
            <a:lnSpc>
              <a:spcPct val="90000"/>
            </a:lnSpc>
            <a:spcBef>
              <a:spcPct val="0"/>
            </a:spcBef>
            <a:spcAft>
              <a:spcPct val="35000"/>
            </a:spcAft>
            <a:buNone/>
          </a:pPr>
          <a:r>
            <a:rPr lang="en-US" sz="3200" kern="1200" dirty="0" err="1"/>
            <a:t>turbina</a:t>
          </a:r>
          <a:endParaRPr lang="ru-RU" sz="1400" kern="1200" dirty="0"/>
        </a:p>
      </dsp:txBody>
      <dsp:txXfrm>
        <a:off x="351675" y="1695887"/>
        <a:ext cx="1384842" cy="1069117"/>
      </dsp:txXfrm>
    </dsp:sp>
    <dsp:sp modelId="{F25A3D9B-085C-465B-A49B-916CC89539A1}">
      <dsp:nvSpPr>
        <dsp:cNvPr id="0" name=""/>
        <dsp:cNvSpPr/>
      </dsp:nvSpPr>
      <dsp:spPr>
        <a:xfrm>
          <a:off x="4602893" y="1900216"/>
          <a:ext cx="715586" cy="715586"/>
        </a:xfrm>
        <a:prstGeom prst="mathPlus">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ru-RU" sz="1200" kern="1200"/>
        </a:p>
      </dsp:txBody>
      <dsp:txXfrm>
        <a:off x="4697744" y="2173856"/>
        <a:ext cx="525884" cy="168306"/>
      </dsp:txXfrm>
    </dsp:sp>
    <dsp:sp modelId="{E4EFC634-06B4-4291-818C-3EE3D5209CB0}">
      <dsp:nvSpPr>
        <dsp:cNvPr id="0" name=""/>
        <dsp:cNvSpPr/>
      </dsp:nvSpPr>
      <dsp:spPr>
        <a:xfrm>
          <a:off x="2876607" y="1627193"/>
          <a:ext cx="1630255" cy="12065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err="1"/>
            <a:t>Aktiv</a:t>
          </a:r>
          <a:endParaRPr lang="ru-RU" sz="1400" kern="1200" dirty="0"/>
        </a:p>
      </dsp:txBody>
      <dsp:txXfrm>
        <a:off x="3115352" y="1803881"/>
        <a:ext cx="1152765" cy="853128"/>
      </dsp:txXfrm>
    </dsp:sp>
    <dsp:sp modelId="{C2A8B2AC-7AEA-412E-9AEF-D4D0CBA21598}">
      <dsp:nvSpPr>
        <dsp:cNvPr id="0" name=""/>
        <dsp:cNvSpPr/>
      </dsp:nvSpPr>
      <dsp:spPr>
        <a:xfrm>
          <a:off x="2114698" y="1831098"/>
          <a:ext cx="715586" cy="715586"/>
        </a:xfrm>
        <a:prstGeom prst="mathEqual">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endParaRPr lang="ru-RU" sz="3000" kern="1200"/>
        </a:p>
      </dsp:txBody>
      <dsp:txXfrm>
        <a:off x="2209549" y="1978509"/>
        <a:ext cx="525884" cy="420764"/>
      </dsp:txXfrm>
    </dsp:sp>
    <dsp:sp modelId="{F636CE5F-A1CD-439B-9911-85207EA76E65}">
      <dsp:nvSpPr>
        <dsp:cNvPr id="0" name=""/>
        <dsp:cNvSpPr/>
      </dsp:nvSpPr>
      <dsp:spPr>
        <a:xfrm>
          <a:off x="5422813" y="1347282"/>
          <a:ext cx="2290297" cy="17663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en-US" sz="4000" kern="1200" dirty="0" err="1"/>
            <a:t>Reaktiv</a:t>
          </a:r>
          <a:endParaRPr lang="ru-RU" sz="4000" kern="1200" dirty="0"/>
        </a:p>
      </dsp:txBody>
      <dsp:txXfrm>
        <a:off x="5758219" y="1605955"/>
        <a:ext cx="1619485" cy="12489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115CF-F5BD-47EF-B121-D81595E0043E}">
      <dsp:nvSpPr>
        <dsp:cNvPr id="0" name=""/>
        <dsp:cNvSpPr/>
      </dsp:nvSpPr>
      <dsp:spPr>
        <a:xfrm rot="5400000">
          <a:off x="-168903" y="171488"/>
          <a:ext cx="1126024" cy="78821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1</a:t>
          </a:r>
          <a:endParaRPr lang="ru-RU" sz="3200" kern="1200" dirty="0"/>
        </a:p>
      </dsp:txBody>
      <dsp:txXfrm rot="-5400000">
        <a:off x="1" y="396694"/>
        <a:ext cx="788217" cy="337807"/>
      </dsp:txXfrm>
    </dsp:sp>
    <dsp:sp modelId="{C8D7BBEF-AB95-4E72-8299-FD85F21582C9}">
      <dsp:nvSpPr>
        <dsp:cNvPr id="0" name=""/>
        <dsp:cNvSpPr/>
      </dsp:nvSpPr>
      <dsp:spPr>
        <a:xfrm rot="5400000">
          <a:off x="3075958" y="-2285756"/>
          <a:ext cx="732300" cy="530778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O’QIY</a:t>
          </a:r>
          <a:endParaRPr lang="ru-RU" sz="3200" kern="1200" dirty="0"/>
        </a:p>
      </dsp:txBody>
      <dsp:txXfrm rot="-5400000">
        <a:off x="788217" y="37733"/>
        <a:ext cx="5272034" cy="660804"/>
      </dsp:txXfrm>
    </dsp:sp>
    <dsp:sp modelId="{10A6CD3E-536F-4FB3-BB62-E30F999345D9}">
      <dsp:nvSpPr>
        <dsp:cNvPr id="0" name=""/>
        <dsp:cNvSpPr/>
      </dsp:nvSpPr>
      <dsp:spPr>
        <a:xfrm rot="5400000">
          <a:off x="-168903" y="1149090"/>
          <a:ext cx="1126024" cy="78821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2</a:t>
          </a:r>
          <a:endParaRPr lang="ru-RU" sz="3200" kern="1200" dirty="0"/>
        </a:p>
      </dsp:txBody>
      <dsp:txXfrm rot="-5400000">
        <a:off x="1" y="1374296"/>
        <a:ext cx="788217" cy="337807"/>
      </dsp:txXfrm>
    </dsp:sp>
    <dsp:sp modelId="{EA83BBA2-55A8-4874-A97F-4C36FFE198CE}">
      <dsp:nvSpPr>
        <dsp:cNvPr id="0" name=""/>
        <dsp:cNvSpPr/>
      </dsp:nvSpPr>
      <dsp:spPr>
        <a:xfrm rot="5400000">
          <a:off x="3076150" y="-1307746"/>
          <a:ext cx="731915" cy="530778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RADIAL-O’QIY  </a:t>
          </a:r>
          <a:endParaRPr lang="ru-RU" sz="3200" kern="1200" dirty="0"/>
        </a:p>
      </dsp:txBody>
      <dsp:txXfrm rot="-5400000">
        <a:off x="788217" y="1015916"/>
        <a:ext cx="5272053" cy="660457"/>
      </dsp:txXfrm>
    </dsp:sp>
    <dsp:sp modelId="{A1847A87-AA4A-450F-8EEE-16B35848E357}">
      <dsp:nvSpPr>
        <dsp:cNvPr id="0" name=""/>
        <dsp:cNvSpPr/>
      </dsp:nvSpPr>
      <dsp:spPr>
        <a:xfrm rot="5400000">
          <a:off x="-168903" y="2126692"/>
          <a:ext cx="1126024" cy="78821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3</a:t>
          </a:r>
          <a:endParaRPr lang="ru-RU" sz="3200" kern="1200" dirty="0"/>
        </a:p>
      </dsp:txBody>
      <dsp:txXfrm rot="-5400000">
        <a:off x="1" y="2351898"/>
        <a:ext cx="788217" cy="337807"/>
      </dsp:txXfrm>
    </dsp:sp>
    <dsp:sp modelId="{F0906AB4-D86F-429C-B731-63970454D83D}">
      <dsp:nvSpPr>
        <dsp:cNvPr id="0" name=""/>
        <dsp:cNvSpPr/>
      </dsp:nvSpPr>
      <dsp:spPr>
        <a:xfrm rot="5400000">
          <a:off x="3076150" y="-305208"/>
          <a:ext cx="731915" cy="530778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endParaRPr lang="ru-RU" sz="3200" kern="1200" dirty="0"/>
        </a:p>
        <a:p>
          <a:pPr marL="285750" lvl="1" indent="-285750" algn="l" defTabSz="1422400">
            <a:lnSpc>
              <a:spcPct val="90000"/>
            </a:lnSpc>
            <a:spcBef>
              <a:spcPct val="0"/>
            </a:spcBef>
            <a:spcAft>
              <a:spcPct val="15000"/>
            </a:spcAft>
            <a:buChar char="•"/>
          </a:pPr>
          <a:r>
            <a:rPr lang="en-US" sz="3200" kern="1200" dirty="0"/>
            <a:t>DIAGONAL</a:t>
          </a:r>
          <a:endParaRPr lang="ru-RU" sz="3200" kern="1200" dirty="0"/>
        </a:p>
        <a:p>
          <a:pPr marL="285750" lvl="1" indent="-285750" algn="l" defTabSz="1422400">
            <a:lnSpc>
              <a:spcPct val="90000"/>
            </a:lnSpc>
            <a:spcBef>
              <a:spcPct val="0"/>
            </a:spcBef>
            <a:spcAft>
              <a:spcPct val="15000"/>
            </a:spcAft>
            <a:buChar char="•"/>
          </a:pPr>
          <a:endParaRPr lang="ru-RU" sz="3200" kern="1200" dirty="0"/>
        </a:p>
      </dsp:txBody>
      <dsp:txXfrm rot="-5400000">
        <a:off x="788217" y="2018454"/>
        <a:ext cx="5272053" cy="660457"/>
      </dsp:txXfrm>
    </dsp:sp>
    <dsp:sp modelId="{E22BB4BC-A295-4929-A412-2209C1E0EDB5}">
      <dsp:nvSpPr>
        <dsp:cNvPr id="0" name=""/>
        <dsp:cNvSpPr/>
      </dsp:nvSpPr>
      <dsp:spPr>
        <a:xfrm rot="5400000">
          <a:off x="-168903" y="3104294"/>
          <a:ext cx="1126024" cy="78821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4</a:t>
          </a:r>
          <a:endParaRPr lang="ru-RU" sz="3200" kern="1200" dirty="0"/>
        </a:p>
      </dsp:txBody>
      <dsp:txXfrm rot="-5400000">
        <a:off x="1" y="3329500"/>
        <a:ext cx="788217" cy="337807"/>
      </dsp:txXfrm>
    </dsp:sp>
    <dsp:sp modelId="{95907B13-DC02-4D71-B7E8-B0DC2EA957F8}">
      <dsp:nvSpPr>
        <dsp:cNvPr id="0" name=""/>
        <dsp:cNvSpPr/>
      </dsp:nvSpPr>
      <dsp:spPr>
        <a:xfrm rot="5400000">
          <a:off x="3076150" y="647457"/>
          <a:ext cx="731915" cy="530778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OQIMCHALI</a:t>
          </a:r>
          <a:endParaRPr lang="ru-RU" sz="3200" kern="1200" dirty="0"/>
        </a:p>
      </dsp:txBody>
      <dsp:txXfrm rot="-5400000">
        <a:off x="788217" y="2971120"/>
        <a:ext cx="5272053" cy="660457"/>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2799A4-D9D1-4EBE-975E-2C79B89A7B84}" type="datetimeFigureOut">
              <a:rPr lang="ru-RU" smtClean="0"/>
              <a:t>12.11.2025</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CE4F5D-9D50-4F01-9452-2AC0EF1E2555}" type="slidenum">
              <a:rPr lang="ru-RU" smtClean="0"/>
              <a:t>‹#›</a:t>
            </a:fld>
            <a:endParaRPr lang="ru-RU"/>
          </a:p>
        </p:txBody>
      </p:sp>
    </p:spTree>
    <p:extLst>
      <p:ext uri="{BB962C8B-B14F-4D97-AF65-F5344CB8AC3E}">
        <p14:creationId xmlns:p14="http://schemas.microsoft.com/office/powerpoint/2010/main" val="2208900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14" name="Заголовок 13"/>
          <p:cNvSpPr>
            <a:spLocks noGrp="1"/>
          </p:cNvSpPr>
          <p:nvPr>
            <p:ph type="ctrTitle"/>
          </p:nvPr>
        </p:nvSpPr>
        <p:spPr>
          <a:xfrm>
            <a:off x="1432560" y="359898"/>
            <a:ext cx="7406640" cy="1472184"/>
          </a:xfrm>
        </p:spPr>
        <p:txBody>
          <a:bodyPr anchor="b"/>
          <a:lstStyle>
            <a:lvl1pPr algn="l">
              <a:defRPr/>
            </a:lvl1pPr>
            <a:extLst/>
          </a:lstStyle>
          <a:p>
            <a:r>
              <a:rPr kumimoji="0" lang="ru-RU"/>
              <a:t>Образец заголовка</a:t>
            </a:r>
            <a:endParaRPr kumimoji="0" lang="en-US"/>
          </a:p>
        </p:txBody>
      </p:sp>
      <p:sp>
        <p:nvSpPr>
          <p:cNvPr id="22" name="Подзаголовок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ru-RU"/>
              <a:t>Образец подзаголовка</a:t>
            </a:r>
            <a:endParaRPr kumimoji="0" lang="en-US"/>
          </a:p>
        </p:txBody>
      </p:sp>
      <p:sp>
        <p:nvSpPr>
          <p:cNvPr id="7" name="Дата 6"/>
          <p:cNvSpPr>
            <a:spLocks noGrp="1"/>
          </p:cNvSpPr>
          <p:nvPr>
            <p:ph type="dt" sz="half" idx="10"/>
          </p:nvPr>
        </p:nvSpPr>
        <p:spPr/>
        <p:txBody>
          <a:bodyPr/>
          <a:lstStyle/>
          <a:p>
            <a:fld id="{72A45315-8305-4BA8-9CAF-C6A74CDE5D74}" type="datetime1">
              <a:rPr lang="ru-RU" smtClean="0"/>
              <a:t>12.11.2025</a:t>
            </a:fld>
            <a:endParaRPr lang="ru-RU"/>
          </a:p>
        </p:txBody>
      </p:sp>
      <p:sp>
        <p:nvSpPr>
          <p:cNvPr id="20" name="Нижний колонтитул 19"/>
          <p:cNvSpPr>
            <a:spLocks noGrp="1"/>
          </p:cNvSpPr>
          <p:nvPr>
            <p:ph type="ftr" sz="quarter" idx="11"/>
          </p:nvPr>
        </p:nvSpPr>
        <p:spPr/>
        <p:txBody>
          <a:bodyPr/>
          <a:lstStyle/>
          <a:p>
            <a:r>
              <a:rPr lang="en-US"/>
              <a:t>www.arxiv.uz</a:t>
            </a:r>
            <a:endParaRPr lang="ru-RU"/>
          </a:p>
        </p:txBody>
      </p:sp>
      <p:sp>
        <p:nvSpPr>
          <p:cNvPr id="10" name="Номер слайда 9"/>
          <p:cNvSpPr>
            <a:spLocks noGrp="1"/>
          </p:cNvSpPr>
          <p:nvPr>
            <p:ph type="sldNum" sz="quarter" idx="12"/>
          </p:nvPr>
        </p:nvSpPr>
        <p:spPr/>
        <p:txBody>
          <a:bodyPr/>
          <a:lstStyle/>
          <a:p>
            <a:fld id="{C3DA08B8-33C0-42CF-B9A5-34A7F07C95D5}" type="slidenum">
              <a:rPr lang="ru-RU" smtClean="0"/>
              <a:t>‹#›</a:t>
            </a:fld>
            <a:endParaRPr lang="ru-RU"/>
          </a:p>
        </p:txBody>
      </p:sp>
      <p:sp>
        <p:nvSpPr>
          <p:cNvPr id="8" name="Овал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Овал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Содержимое 2"/>
          <p:cNvSpPr>
            <a:spLocks noGrp="1"/>
          </p:cNvSpPr>
          <p:nvPr>
            <p:ph idx="1"/>
          </p:nvPr>
        </p:nvSpPr>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2208DC2E-A5E3-4641-BD53-CBA703992842}" type="datetime1">
              <a:rPr lang="ru-RU" smtClean="0"/>
              <a:t>12.11.2025</a:t>
            </a:fld>
            <a:endParaRPr lang="ru-RU"/>
          </a:p>
        </p:txBody>
      </p:sp>
      <p:sp>
        <p:nvSpPr>
          <p:cNvPr id="5" name="Нижний колонтитул 4"/>
          <p:cNvSpPr>
            <a:spLocks noGrp="1"/>
          </p:cNvSpPr>
          <p:nvPr>
            <p:ph type="ftr" sz="quarter" idx="11"/>
          </p:nvPr>
        </p:nvSpPr>
        <p:spPr/>
        <p:txBody>
          <a:bodyPr/>
          <a:lstStyle/>
          <a:p>
            <a:r>
              <a:rPr lang="en-US"/>
              <a:t>www.arxiv.uz</a:t>
            </a:r>
            <a:endParaRPr lang="ru-RU"/>
          </a:p>
        </p:txBody>
      </p:sp>
      <p:sp>
        <p:nvSpPr>
          <p:cNvPr id="6" name="Номер слайда 5"/>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Прямоугольник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ru-RU"/>
              <a:t>Образец заголовка</a:t>
            </a:r>
            <a:endParaRPr kumimoji="0" lang="en-US"/>
          </a:p>
        </p:txBody>
      </p:sp>
      <p:sp>
        <p:nvSpPr>
          <p:cNvPr id="3" name="Текст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ru-RU"/>
              <a:t>Образец текста</a:t>
            </a:r>
          </a:p>
        </p:txBody>
      </p:sp>
      <p:sp>
        <p:nvSpPr>
          <p:cNvPr id="4" name="Дата 3"/>
          <p:cNvSpPr>
            <a:spLocks noGrp="1"/>
          </p:cNvSpPr>
          <p:nvPr>
            <p:ph type="dt" sz="half" idx="10"/>
          </p:nvPr>
        </p:nvSpPr>
        <p:spPr/>
        <p:txBody>
          <a:bodyPr/>
          <a:lstStyle/>
          <a:p>
            <a:fld id="{C009B271-27ED-4D9D-9209-34C4D927B8DD}" type="datetime1">
              <a:rPr lang="ru-RU" smtClean="0"/>
              <a:t>12.11.2025</a:t>
            </a:fld>
            <a:endParaRPr lang="ru-RU"/>
          </a:p>
        </p:txBody>
      </p:sp>
      <p:sp>
        <p:nvSpPr>
          <p:cNvPr id="5" name="Нижний колонтитул 4"/>
          <p:cNvSpPr>
            <a:spLocks noGrp="1"/>
          </p:cNvSpPr>
          <p:nvPr>
            <p:ph type="ftr" sz="quarter" idx="11"/>
          </p:nvPr>
        </p:nvSpPr>
        <p:spPr/>
        <p:txBody>
          <a:bodyPr/>
          <a:lstStyle/>
          <a:p>
            <a:r>
              <a:rPr lang="en-US"/>
              <a:t>www.arxiv.uz</a:t>
            </a:r>
            <a:endParaRPr lang="ru-RU"/>
          </a:p>
        </p:txBody>
      </p:sp>
      <p:sp>
        <p:nvSpPr>
          <p:cNvPr id="6" name="Номер слайда 5"/>
          <p:cNvSpPr>
            <a:spLocks noGrp="1"/>
          </p:cNvSpPr>
          <p:nvPr>
            <p:ph type="sldNum" sz="quarter" idx="12"/>
          </p:nvPr>
        </p:nvSpPr>
        <p:spPr/>
        <p:txBody>
          <a:bodyPr/>
          <a:lstStyle/>
          <a:p>
            <a:fld id="{C3DA08B8-33C0-42CF-B9A5-34A7F07C95D5}" type="slidenum">
              <a:rPr lang="ru-RU" smtClean="0"/>
              <a:t>‹#›</a:t>
            </a:fld>
            <a:endParaRPr lang="ru-RU"/>
          </a:p>
        </p:txBody>
      </p:sp>
      <p:sp>
        <p:nvSpPr>
          <p:cNvPr id="10" name="Прямоугольник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Овал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Овал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5608" y="274320"/>
            <a:ext cx="7498080" cy="1143000"/>
          </a:xfrm>
        </p:spPr>
        <p:txBody>
          <a:bodyPr/>
          <a:lstStyle/>
          <a:p>
            <a:r>
              <a:rPr kumimoji="0" lang="ru-RU"/>
              <a:t>Образец заголовка</a:t>
            </a:r>
            <a:endParaRPr kumimoji="0" lang="en-US"/>
          </a:p>
        </p:txBody>
      </p:sp>
      <p:sp>
        <p:nvSpPr>
          <p:cNvPr id="3" name="Содержимое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Содержимое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D26D1BF5-9355-4991-BA95-A2F3AF279B69}" type="datetime1">
              <a:rPr lang="ru-RU" smtClean="0"/>
              <a:t>12.11.2025</a:t>
            </a:fld>
            <a:endParaRPr lang="ru-RU"/>
          </a:p>
        </p:txBody>
      </p:sp>
      <p:sp>
        <p:nvSpPr>
          <p:cNvPr id="6" name="Нижний колонтитул 5"/>
          <p:cNvSpPr>
            <a:spLocks noGrp="1"/>
          </p:cNvSpPr>
          <p:nvPr>
            <p:ph type="ftr" sz="quarter" idx="11"/>
          </p:nvPr>
        </p:nvSpPr>
        <p:spPr/>
        <p:txBody>
          <a:bodyPr/>
          <a:lstStyle/>
          <a:p>
            <a:r>
              <a:rPr lang="en-US"/>
              <a:t>www.arxiv.uz</a:t>
            </a:r>
            <a:endParaRPr lang="ru-RU"/>
          </a:p>
        </p:txBody>
      </p:sp>
      <p:sp>
        <p:nvSpPr>
          <p:cNvPr id="7" name="Номер слайда 6"/>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ru-RU"/>
              <a:t>Образец заголовка</a:t>
            </a:r>
            <a:endParaRPr kumimoji="0" lang="en-US"/>
          </a:p>
        </p:txBody>
      </p:sp>
      <p:sp>
        <p:nvSpPr>
          <p:cNvPr id="3" name="Текст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4" name="Текст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5" name="Содержимое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Содержимое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7" name="Дата 6"/>
          <p:cNvSpPr>
            <a:spLocks noGrp="1"/>
          </p:cNvSpPr>
          <p:nvPr>
            <p:ph type="dt" sz="half" idx="10"/>
          </p:nvPr>
        </p:nvSpPr>
        <p:spPr/>
        <p:txBody>
          <a:bodyPr/>
          <a:lstStyle/>
          <a:p>
            <a:fld id="{6BA5BED1-6396-4CB7-AF7D-021782845D02}" type="datetime1">
              <a:rPr lang="ru-RU" smtClean="0"/>
              <a:t>12.11.2025</a:t>
            </a:fld>
            <a:endParaRPr lang="ru-RU"/>
          </a:p>
        </p:txBody>
      </p:sp>
      <p:sp>
        <p:nvSpPr>
          <p:cNvPr id="8" name="Нижний колонтитул 7"/>
          <p:cNvSpPr>
            <a:spLocks noGrp="1"/>
          </p:cNvSpPr>
          <p:nvPr>
            <p:ph type="ftr" sz="quarter" idx="11"/>
          </p:nvPr>
        </p:nvSpPr>
        <p:spPr/>
        <p:txBody>
          <a:bodyPr/>
          <a:lstStyle/>
          <a:p>
            <a:r>
              <a:rPr lang="en-US"/>
              <a:t>www.arxiv.uz</a:t>
            </a:r>
            <a:endParaRPr lang="ru-RU"/>
          </a:p>
        </p:txBody>
      </p:sp>
      <p:sp>
        <p:nvSpPr>
          <p:cNvPr id="9" name="Номер слайда 8"/>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5608" y="274320"/>
            <a:ext cx="7498080" cy="1143000"/>
          </a:xfrm>
        </p:spPr>
        <p:txBody>
          <a:bodyPr anchor="ct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fld id="{162D6600-6C77-4317-8A8A-DA486A373725}" type="datetime1">
              <a:rPr lang="ru-RU" smtClean="0"/>
              <a:t>12.11.2025</a:t>
            </a:fld>
            <a:endParaRPr lang="ru-RU"/>
          </a:p>
        </p:txBody>
      </p:sp>
      <p:sp>
        <p:nvSpPr>
          <p:cNvPr id="4" name="Нижний колонтитул 3"/>
          <p:cNvSpPr>
            <a:spLocks noGrp="1"/>
          </p:cNvSpPr>
          <p:nvPr>
            <p:ph type="ftr" sz="quarter" idx="11"/>
          </p:nvPr>
        </p:nvSpPr>
        <p:spPr/>
        <p:txBody>
          <a:bodyPr/>
          <a:lstStyle/>
          <a:p>
            <a:r>
              <a:rPr lang="en-US"/>
              <a:t>www.arxiv.uz</a:t>
            </a:r>
            <a:endParaRPr lang="ru-RU"/>
          </a:p>
        </p:txBody>
      </p:sp>
      <p:sp>
        <p:nvSpPr>
          <p:cNvPr id="5" name="Номер слайда 4"/>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Прямоугольник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Дата 1"/>
          <p:cNvSpPr>
            <a:spLocks noGrp="1"/>
          </p:cNvSpPr>
          <p:nvPr>
            <p:ph type="dt" sz="half" idx="10"/>
          </p:nvPr>
        </p:nvSpPr>
        <p:spPr/>
        <p:txBody>
          <a:bodyPr/>
          <a:lstStyle/>
          <a:p>
            <a:fld id="{BEE7B24D-E390-4D62-97A8-97211083EDB8}" type="datetime1">
              <a:rPr lang="ru-RU" smtClean="0"/>
              <a:t>12.11.2025</a:t>
            </a:fld>
            <a:endParaRPr lang="ru-RU"/>
          </a:p>
        </p:txBody>
      </p:sp>
      <p:sp>
        <p:nvSpPr>
          <p:cNvPr id="3" name="Нижний колонтитул 2"/>
          <p:cNvSpPr>
            <a:spLocks noGrp="1"/>
          </p:cNvSpPr>
          <p:nvPr>
            <p:ph type="ftr" sz="quarter" idx="11"/>
          </p:nvPr>
        </p:nvSpPr>
        <p:spPr/>
        <p:txBody>
          <a:bodyPr/>
          <a:lstStyle/>
          <a:p>
            <a:r>
              <a:rPr lang="en-US"/>
              <a:t>www.arxiv.uz</a:t>
            </a:r>
            <a:endParaRPr lang="ru-RU"/>
          </a:p>
        </p:txBody>
      </p:sp>
      <p:sp>
        <p:nvSpPr>
          <p:cNvPr id="4" name="Номер слайда 3"/>
          <p:cNvSpPr>
            <a:spLocks noGrp="1"/>
          </p:cNvSpPr>
          <p:nvPr>
            <p:ph type="sldNum" sz="quarter" idx="12"/>
          </p:nvPr>
        </p:nvSpPr>
        <p:spPr/>
        <p:txBody>
          <a:bodyPr/>
          <a:lstStyle/>
          <a:p>
            <a:fld id="{C3DA08B8-33C0-42CF-B9A5-34A7F07C95D5}" type="slidenum">
              <a:rPr lang="ru-RU" smtClean="0"/>
              <a:t>‹#›</a:t>
            </a:fld>
            <a:endParaRPr lang="ru-RU"/>
          </a:p>
        </p:txBody>
      </p:sp>
      <p:sp>
        <p:nvSpPr>
          <p:cNvPr id="6" name="Прямоугольник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ru-RU"/>
              <a:t>Образец заголовка</a:t>
            </a:r>
            <a:endParaRPr kumimoji="0" lang="en-US"/>
          </a:p>
        </p:txBody>
      </p:sp>
      <p:sp>
        <p:nvSpPr>
          <p:cNvPr id="3" name="Текст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ru-RU"/>
              <a:t>Образец текста</a:t>
            </a:r>
          </a:p>
        </p:txBody>
      </p:sp>
      <p:sp>
        <p:nvSpPr>
          <p:cNvPr id="4" name="Содержимое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D28BD022-ED98-4902-8793-162DF68E29FE}" type="datetime1">
              <a:rPr lang="ru-RU" smtClean="0"/>
              <a:t>12.11.2025</a:t>
            </a:fld>
            <a:endParaRPr lang="ru-RU"/>
          </a:p>
        </p:txBody>
      </p:sp>
      <p:sp>
        <p:nvSpPr>
          <p:cNvPr id="6" name="Нижний колонтитул 5"/>
          <p:cNvSpPr>
            <a:spLocks noGrp="1"/>
          </p:cNvSpPr>
          <p:nvPr>
            <p:ph type="ftr" sz="quarter" idx="11"/>
          </p:nvPr>
        </p:nvSpPr>
        <p:spPr/>
        <p:txBody>
          <a:bodyPr/>
          <a:lstStyle/>
          <a:p>
            <a:r>
              <a:rPr lang="en-US"/>
              <a:t>www.arxiv.uz</a:t>
            </a:r>
            <a:endParaRPr lang="ru-RU"/>
          </a:p>
        </p:txBody>
      </p:sp>
      <p:sp>
        <p:nvSpPr>
          <p:cNvPr id="7" name="Номер слайда 6"/>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ru-RU"/>
              <a:t>Образец заголовка</a:t>
            </a:r>
            <a:endParaRPr kumimoji="0" lang="en-US"/>
          </a:p>
        </p:txBody>
      </p:sp>
      <p:sp>
        <p:nvSpPr>
          <p:cNvPr id="5" name="Дата 4"/>
          <p:cNvSpPr>
            <a:spLocks noGrp="1"/>
          </p:cNvSpPr>
          <p:nvPr>
            <p:ph type="dt" sz="half" idx="10"/>
          </p:nvPr>
        </p:nvSpPr>
        <p:spPr/>
        <p:txBody>
          <a:bodyPr/>
          <a:lstStyle/>
          <a:p>
            <a:fld id="{56D9215B-A9DA-4006-8504-F13C2F32649D}" type="datetime1">
              <a:rPr lang="ru-RU" smtClean="0"/>
              <a:t>12.11.2025</a:t>
            </a:fld>
            <a:endParaRPr lang="ru-RU"/>
          </a:p>
        </p:txBody>
      </p:sp>
      <p:sp>
        <p:nvSpPr>
          <p:cNvPr id="6" name="Нижний колонтитул 5"/>
          <p:cNvSpPr>
            <a:spLocks noGrp="1"/>
          </p:cNvSpPr>
          <p:nvPr>
            <p:ph type="ftr" sz="quarter" idx="11"/>
          </p:nvPr>
        </p:nvSpPr>
        <p:spPr/>
        <p:txBody>
          <a:bodyPr/>
          <a:lstStyle/>
          <a:p>
            <a:r>
              <a:rPr lang="en-US"/>
              <a:t>www.arxiv.uz</a:t>
            </a:r>
            <a:endParaRPr lang="ru-RU"/>
          </a:p>
        </p:txBody>
      </p:sp>
      <p:sp>
        <p:nvSpPr>
          <p:cNvPr id="7" name="Номер слайда 6"/>
          <p:cNvSpPr>
            <a:spLocks noGrp="1"/>
          </p:cNvSpPr>
          <p:nvPr>
            <p:ph type="sldNum" sz="quarter" idx="12"/>
          </p:nvPr>
        </p:nvSpPr>
        <p:spPr/>
        <p:txBody>
          <a:bodyPr/>
          <a:lstStyle/>
          <a:p>
            <a:fld id="{C3DA08B8-33C0-42CF-B9A5-34A7F07C95D5}" type="slidenum">
              <a:rPr lang="ru-RU" smtClean="0"/>
              <a:t>‹#›</a:t>
            </a:fld>
            <a:endParaRPr lang="ru-RU"/>
          </a:p>
        </p:txBody>
      </p:sp>
      <p:sp>
        <p:nvSpPr>
          <p:cNvPr id="8" name="Прямоугольник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Рисунок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ru-RU"/>
              <a:t>Вставка рисунка</a:t>
            </a:r>
            <a:endParaRPr kumimoji="0" lang="en-US" dirty="0"/>
          </a:p>
        </p:txBody>
      </p:sp>
      <p:sp>
        <p:nvSpPr>
          <p:cNvPr id="9" name="Блок-схема: процесс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Блок-схема: процесс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Текст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ru-RU"/>
              <a:t>Образец текста</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CC4C70BE-CC94-4139-B0DC-48EA0268CF9B}" type="datetime1">
              <a:rPr lang="ru-RU" smtClean="0"/>
              <a:t>12.11.2025</a:t>
            </a:fld>
            <a:endParaRPr lang="ru-RU"/>
          </a:p>
        </p:txBody>
      </p:sp>
      <p:sp>
        <p:nvSpPr>
          <p:cNvPr id="5" name="Нижний колонтитул 4"/>
          <p:cNvSpPr>
            <a:spLocks noGrp="1"/>
          </p:cNvSpPr>
          <p:nvPr>
            <p:ph type="ftr" sz="quarter" idx="11"/>
          </p:nvPr>
        </p:nvSpPr>
        <p:spPr/>
        <p:txBody>
          <a:bodyPr/>
          <a:lstStyle/>
          <a:p>
            <a:r>
              <a:rPr lang="en-US"/>
              <a:t>www.arxiv.uz</a:t>
            </a:r>
            <a:endParaRPr lang="ru-RU"/>
          </a:p>
        </p:txBody>
      </p:sp>
      <p:sp>
        <p:nvSpPr>
          <p:cNvPr id="6" name="Номер слайда 5"/>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858000" y="274639"/>
            <a:ext cx="1828800" cy="5851525"/>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1143000" y="274640"/>
            <a:ext cx="5562600" cy="5851525"/>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F4A3063C-01FC-4641-B467-E12AA9B6B4EA}" type="datetime1">
              <a:rPr lang="ru-RU" smtClean="0"/>
              <a:t>12.11.2025</a:t>
            </a:fld>
            <a:endParaRPr lang="ru-RU"/>
          </a:p>
        </p:txBody>
      </p:sp>
      <p:sp>
        <p:nvSpPr>
          <p:cNvPr id="5" name="Нижний колонтитул 4"/>
          <p:cNvSpPr>
            <a:spLocks noGrp="1"/>
          </p:cNvSpPr>
          <p:nvPr>
            <p:ph type="ftr" sz="quarter" idx="11"/>
          </p:nvPr>
        </p:nvSpPr>
        <p:spPr/>
        <p:txBody>
          <a:bodyPr/>
          <a:lstStyle/>
          <a:p>
            <a:r>
              <a:rPr lang="en-US"/>
              <a:t>www.arxiv.uz</a:t>
            </a:r>
            <a:endParaRPr lang="ru-RU"/>
          </a:p>
        </p:txBody>
      </p:sp>
      <p:sp>
        <p:nvSpPr>
          <p:cNvPr id="6" name="Номер слайда 5"/>
          <p:cNvSpPr>
            <a:spLocks noGrp="1"/>
          </p:cNvSpPr>
          <p:nvPr>
            <p:ph type="sldNum" sz="quarter" idx="12"/>
          </p:nvPr>
        </p:nvSpPr>
        <p:spPr/>
        <p:txBody>
          <a:bodyPr/>
          <a:lstStyle/>
          <a:p>
            <a:fld id="{C3DA08B8-33C0-42CF-B9A5-34A7F07C95D5}"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Пирог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Овал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Кольцо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Прямоугольник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Заголовок 4"/>
          <p:cNvSpPr>
            <a:spLocks noGrp="1"/>
          </p:cNvSpPr>
          <p:nvPr>
            <p:ph type="title"/>
          </p:nvPr>
        </p:nvSpPr>
        <p:spPr>
          <a:xfrm>
            <a:off x="1435608" y="274638"/>
            <a:ext cx="7498080" cy="1143000"/>
          </a:xfrm>
          <a:prstGeom prst="rect">
            <a:avLst/>
          </a:prstGeom>
        </p:spPr>
        <p:txBody>
          <a:bodyPr anchor="ctr">
            <a:normAutofit/>
          </a:bodyPr>
          <a:lstStyle/>
          <a:p>
            <a:r>
              <a:rPr kumimoji="0" lang="ru-RU"/>
              <a:t>Образец заголовка</a:t>
            </a:r>
            <a:endParaRPr kumimoji="0" lang="en-US"/>
          </a:p>
        </p:txBody>
      </p:sp>
      <p:sp>
        <p:nvSpPr>
          <p:cNvPr id="9" name="Текст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24" name="Дата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BAA8CE88-29BA-4C05-A76A-D7A1CF1D6F41}" type="datetime1">
              <a:rPr lang="ru-RU" smtClean="0"/>
              <a:t>12.11.2025</a:t>
            </a:fld>
            <a:endParaRPr lang="ru-RU"/>
          </a:p>
        </p:txBody>
      </p:sp>
      <p:sp>
        <p:nvSpPr>
          <p:cNvPr id="10" name="Нижний колонтитул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a:t>www.arxiv.uz</a:t>
            </a:r>
            <a:endParaRPr lang="ru-RU"/>
          </a:p>
        </p:txBody>
      </p:sp>
      <p:sp>
        <p:nvSpPr>
          <p:cNvPr id="22" name="Номер слайда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C3DA08B8-33C0-42CF-B9A5-34A7F07C95D5}" type="slidenum">
              <a:rPr lang="ru-RU" smtClean="0"/>
              <a:t>‹#›</a:t>
            </a:fld>
            <a:endParaRPr lang="ru-RU"/>
          </a:p>
        </p:txBody>
      </p:sp>
      <p:sp>
        <p:nvSpPr>
          <p:cNvPr id="15" name="Прямоугольник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allonward.ru/d/440774/d/z03-.jpg" TargetMode="Externa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dic.academic.ru/pictures/enc_tech/i_169.jp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uz-Cyrl-UZ" dirty="0">
                <a:solidFill>
                  <a:srgbClr val="002060"/>
                </a:solidFill>
              </a:rPr>
              <a:t>Gidravlik dvigatellar</a:t>
            </a:r>
            <a:endParaRPr lang="ru-RU" dirty="0">
              <a:solidFill>
                <a:srgbClr val="002060"/>
              </a:solidFill>
            </a:endParaRPr>
          </a:p>
        </p:txBody>
      </p:sp>
      <p:sp>
        <p:nvSpPr>
          <p:cNvPr id="3" name="Содержимое 2"/>
          <p:cNvSpPr>
            <a:spLocks noGrp="1"/>
          </p:cNvSpPr>
          <p:nvPr>
            <p:ph idx="1"/>
          </p:nvPr>
        </p:nvSpPr>
        <p:spPr/>
        <p:txBody>
          <a:bodyPr/>
          <a:lstStyle/>
          <a:p>
            <a:pPr algn="ctr">
              <a:buNone/>
            </a:pPr>
            <a:r>
              <a:rPr lang="en-US" dirty="0" err="1">
                <a:latin typeface="Times New Roman" pitchFamily="18" charset="0"/>
                <a:cs typeface="Times New Roman" pitchFamily="18" charset="0"/>
              </a:rPr>
              <a:t>Reja</a:t>
            </a:r>
            <a:r>
              <a:rPr lang="en-US">
                <a:latin typeface="Times New Roman" pitchFamily="18" charset="0"/>
                <a:cs typeface="Times New Roman" pitchFamily="18" charset="0"/>
              </a:rPr>
              <a:t>:</a:t>
            </a:r>
          </a:p>
          <a:p>
            <a:pPr algn="ctr">
              <a:buNone/>
            </a:pPr>
            <a:endParaRPr lang="en-US" dirty="0">
              <a:latin typeface="Times New Roman" pitchFamily="18" charset="0"/>
              <a:cs typeface="Times New Roman" pitchFamily="18" charset="0"/>
            </a:endParaRPr>
          </a:p>
          <a:p>
            <a:pPr marL="514350" indent="-514350">
              <a:buFont typeface="+mj-lt"/>
              <a:buAutoNum type="arabicPeriod"/>
            </a:pPr>
            <a:r>
              <a:rPr lang="uz-Cyrl-UZ" dirty="0">
                <a:latin typeface="Times New Roman" pitchFamily="18" charset="0"/>
                <a:cs typeface="Times New Roman" pitchFamily="18" charset="0"/>
              </a:rPr>
              <a:t>Gidravlik dvigatella</a:t>
            </a:r>
            <a:r>
              <a:rPr lang="en-US" dirty="0" err="1">
                <a:latin typeface="Times New Roman" pitchFamily="18" charset="0"/>
                <a:cs typeface="Times New Roman" pitchFamily="18" charset="0"/>
              </a:rPr>
              <a:t>rning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turlari</a:t>
            </a:r>
            <a:endParaRPr lang="en-US" dirty="0">
              <a:latin typeface="Times New Roman" pitchFamily="18" charset="0"/>
              <a:cs typeface="Times New Roman" pitchFamily="18" charset="0"/>
            </a:endParaRPr>
          </a:p>
          <a:p>
            <a:pPr marL="514350" indent="-514350">
              <a:buFont typeface="+mj-lt"/>
              <a:buAutoNum type="arabicPeriod"/>
            </a:pPr>
            <a:r>
              <a:rPr lang="en-US" dirty="0" err="1">
                <a:latin typeface="Times New Roman" pitchFamily="18" charset="0"/>
                <a:cs typeface="Times New Roman" pitchFamily="18" charset="0"/>
              </a:rPr>
              <a:t>Turbinalarning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yartlish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tarixi</a:t>
            </a:r>
            <a:endParaRPr lang="en-US" dirty="0">
              <a:latin typeface="Times New Roman" pitchFamily="18" charset="0"/>
              <a:cs typeface="Times New Roman" pitchFamily="18" charset="0"/>
            </a:endParaRPr>
          </a:p>
          <a:p>
            <a:pPr marL="514350" indent="-514350">
              <a:buFont typeface="+mj-lt"/>
              <a:buAutoNum type="arabicPeriod"/>
            </a:pPr>
            <a:r>
              <a:rPr lang="en-US" dirty="0" err="1">
                <a:latin typeface="Times New Roman" pitchFamily="18" charset="0"/>
                <a:cs typeface="Times New Roman" pitchFamily="18" charset="0"/>
              </a:rPr>
              <a:t>Aktiv</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turbinalar</a:t>
            </a:r>
            <a:endParaRPr lang="en-US" dirty="0">
              <a:latin typeface="Times New Roman" pitchFamily="18" charset="0"/>
              <a:cs typeface="Times New Roman" pitchFamily="18" charset="0"/>
            </a:endParaRPr>
          </a:p>
          <a:p>
            <a:pPr marL="514350" indent="-514350">
              <a:buFont typeface="+mj-lt"/>
              <a:buAutoNum type="arabicPeriod"/>
            </a:pPr>
            <a:r>
              <a:rPr lang="en-US" dirty="0" err="1">
                <a:latin typeface="Times New Roman" pitchFamily="18" charset="0"/>
                <a:cs typeface="Times New Roman" pitchFamily="18" charset="0"/>
              </a:rPr>
              <a:t>Reaktiv</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turbinalar</a:t>
            </a:r>
            <a:endParaRPr lang="en-US" dirty="0">
              <a:latin typeface="Times New Roman" pitchFamily="18" charset="0"/>
              <a:cs typeface="Times New Roman" pitchFamily="18" charset="0"/>
            </a:endParaRPr>
          </a:p>
          <a:p>
            <a:pPr marL="514350" indent="-514350">
              <a:buFont typeface="+mj-lt"/>
              <a:buAutoNum type="arabicPeriod"/>
            </a:pPr>
            <a:r>
              <a:rPr lang="en-US" dirty="0" err="1">
                <a:latin typeface="Times New Roman" pitchFamily="18" charset="0"/>
                <a:cs typeface="Times New Roman" pitchFamily="18" charset="0"/>
              </a:rPr>
              <a:t>Turbinalarning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asosiy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harakteristikalari</a:t>
            </a:r>
            <a:endParaRPr lang="en-US" dirty="0">
              <a:latin typeface="Times New Roman" pitchFamily="18" charset="0"/>
              <a:cs typeface="Times New Roman" pitchFamily="18" charset="0"/>
            </a:endParaRPr>
          </a:p>
          <a:p>
            <a:pPr marL="514350" indent="-514350">
              <a:buFont typeface="+mj-lt"/>
              <a:buAutoNum type="arabicPeriod"/>
            </a:pPr>
            <a:endParaRPr lang="en-US" dirty="0">
              <a:latin typeface="Times New Roman" pitchFamily="18" charset="0"/>
              <a:cs typeface="Times New Roman" pitchFamily="18" charset="0"/>
            </a:endParaRPr>
          </a:p>
          <a:p>
            <a:pPr marL="514350" indent="-514350">
              <a:buFont typeface="+mj-lt"/>
              <a:buAutoNum type="arabicPeriod"/>
            </a:pPr>
            <a:endParaRPr lang="ru-RU" dirty="0">
              <a:latin typeface="Times New Roman" pitchFamily="18" charset="0"/>
              <a:cs typeface="Times New Roman" pitchFamily="18" charset="0"/>
            </a:endParaRPr>
          </a:p>
        </p:txBody>
      </p:sp>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642910" y="428604"/>
            <a:ext cx="8229600" cy="6000792"/>
          </a:xfrm>
        </p:spPr>
        <p:txBody>
          <a:bodyPr>
            <a:normAutofit fontScale="92500" lnSpcReduction="10000"/>
          </a:bodyPr>
          <a:lstStyle/>
          <a:p>
            <a:pPr algn="just"/>
            <a:r>
              <a:rPr lang="uz-Cyrl-UZ" b="1" i="1" dirty="0">
                <a:latin typeface="Times New Roman" pitchFamily="18" charset="0"/>
                <a:cs typeface="Times New Roman" pitchFamily="18" charset="0"/>
              </a:rPr>
              <a:t>Gidravlik dvigatellar </a:t>
            </a:r>
            <a:r>
              <a:rPr lang="uz-Cyrl-UZ" dirty="0">
                <a:latin typeface="Times New Roman" pitchFamily="18" charset="0"/>
                <a:cs typeface="Times New Roman" pitchFamily="18" charset="0"/>
              </a:rPr>
              <a:t>deb, suyuqlik energiyasini mexaiik harakatga aylantirib beradigan qurilmalarga aytiladi. </a:t>
            </a:r>
            <a:endParaRPr lang="en-US"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Gidrodvigatellar hajmiy va markazdan qochma gidrodvigatellarga bo’linadi. </a:t>
            </a:r>
            <a:endParaRPr lang="en-US"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Hajmiy gidrodvigatellarga kuch gidrosilindrlari misol bo’la oladi va ular asosan gidrouzatmalarning asosiy qismlaridan biri bo’lib xizmat qiladi. Ular biror hajmiy nasosdan berilayotgan suyuqlikning bosimi ta’sirida harakatga keladi. </a:t>
            </a:r>
            <a:endParaRPr lang="en-US" dirty="0">
              <a:latin typeface="Times New Roman" pitchFamily="18" charset="0"/>
              <a:cs typeface="Times New Roman" pitchFamily="18" charset="0"/>
            </a:endParaRPr>
          </a:p>
          <a:p>
            <a:pPr algn="just"/>
            <a:r>
              <a:rPr lang="en-US" dirty="0" err="1">
                <a:latin typeface="Times New Roman" pitchFamily="18" charset="0"/>
                <a:cs typeface="Times New Roman" pitchFamily="18" charset="0"/>
              </a:rPr>
              <a:t>Hajmiy</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gidrodvigatel</a:t>
            </a:r>
            <a:r>
              <a:rPr lang="en-US" dirty="0" err="1">
                <a:latin typeface="Times New Roman" pitchFamily="18" charset="0"/>
                <a:cs typeface="Times New Roman" pitchFamily="18" charset="0"/>
              </a:rPr>
              <a:t>lar</a:t>
            </a:r>
            <a:r>
              <a:rPr lang="uz-Cyrl-UZ" dirty="0">
                <a:latin typeface="Times New Roman" pitchFamily="18" charset="0"/>
                <a:cs typeface="Times New Roman" pitchFamily="18" charset="0"/>
              </a:rPr>
              <a:t>ga gidromultiplikatorlar va gidropresslar misol bo’ladi</a:t>
            </a:r>
            <a:r>
              <a:rPr lang="en-US" dirty="0">
                <a:latin typeface="Times New Roman" pitchFamily="18" charset="0"/>
                <a:cs typeface="Times New Roman" pitchFamily="18" charset="0"/>
              </a:rPr>
              <a:t>.</a:t>
            </a:r>
            <a:r>
              <a:rPr lang="uz-Cyrl-UZ" dirty="0">
                <a:latin typeface="Times New Roman" pitchFamily="18" charset="0"/>
                <a:cs typeface="Times New Roman" pitchFamily="18" charset="0"/>
              </a:rPr>
              <a:t> </a:t>
            </a:r>
            <a:endParaRPr lang="ru-RU" dirty="0">
              <a:latin typeface="Times New Roman" pitchFamily="18" charset="0"/>
              <a:cs typeface="Times New Roman" pitchFamily="18" charset="0"/>
            </a:endParaRPr>
          </a:p>
        </p:txBody>
      </p:sp>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596" y="0"/>
            <a:ext cx="8229600" cy="1143000"/>
          </a:xfrm>
        </p:spPr>
        <p:txBody>
          <a:bodyPr/>
          <a:lstStyle/>
          <a:p>
            <a:pPr algn="ctr"/>
            <a:r>
              <a:rPr lang="en-US" dirty="0">
                <a:solidFill>
                  <a:srgbClr val="002060"/>
                </a:solidFill>
              </a:rPr>
              <a:t>1. </a:t>
            </a:r>
            <a:r>
              <a:rPr lang="en-US" dirty="0" err="1">
                <a:solidFill>
                  <a:srgbClr val="002060"/>
                </a:solidFill>
              </a:rPr>
              <a:t>Turbinalar</a:t>
            </a:r>
            <a:r>
              <a:rPr lang="en-US" dirty="0">
                <a:solidFill>
                  <a:srgbClr val="002060"/>
                </a:solidFill>
              </a:rPr>
              <a:t>.</a:t>
            </a:r>
            <a:endParaRPr lang="ru-RU" dirty="0">
              <a:solidFill>
                <a:srgbClr val="002060"/>
              </a:solidFill>
            </a:endParaRPr>
          </a:p>
        </p:txBody>
      </p:sp>
      <p:sp>
        <p:nvSpPr>
          <p:cNvPr id="3" name="Содержимое 2"/>
          <p:cNvSpPr>
            <a:spLocks noGrp="1"/>
          </p:cNvSpPr>
          <p:nvPr>
            <p:ph idx="1"/>
          </p:nvPr>
        </p:nvSpPr>
        <p:spPr>
          <a:xfrm>
            <a:off x="700118" y="928670"/>
            <a:ext cx="8229600" cy="4840303"/>
          </a:xfrm>
        </p:spPr>
        <p:txBody>
          <a:bodyPr>
            <a:normAutofit/>
          </a:bodyPr>
          <a:lstStyle/>
          <a:p>
            <a:pPr algn="just"/>
            <a:r>
              <a:rPr lang="uz-Cyrl-UZ" dirty="0">
                <a:latin typeface="Times New Roman" pitchFamily="18" charset="0"/>
                <a:cs typeface="Times New Roman" pitchFamily="18" charset="0"/>
              </a:rPr>
              <a:t>Kurakli g’ildiraklar yordamida suyuqlik energiyasini mexanik harakatga aylantirib beradigan mashynalar </a:t>
            </a:r>
            <a:r>
              <a:rPr lang="uz-Cyrl-UZ" b="1" i="1" dirty="0">
                <a:solidFill>
                  <a:srgbClr val="C00000"/>
                </a:solidFill>
                <a:latin typeface="Times New Roman" pitchFamily="18" charset="0"/>
                <a:cs typeface="Times New Roman" pitchFamily="18" charset="0"/>
              </a:rPr>
              <a:t>turbinalar</a:t>
            </a:r>
            <a:r>
              <a:rPr lang="uz-Cyrl-UZ" dirty="0">
                <a:latin typeface="Times New Roman" pitchFamily="18" charset="0"/>
                <a:cs typeface="Times New Roman" pitchFamily="18" charset="0"/>
              </a:rPr>
              <a:t> deb ataladi. Turbinalar asosan gidroelektrosta</a:t>
            </a:r>
            <a:r>
              <a:rPr lang="en-US" dirty="0">
                <a:latin typeface="Times New Roman" pitchFamily="18" charset="0"/>
                <a:cs typeface="Times New Roman" pitchFamily="18" charset="0"/>
              </a:rPr>
              <a:t>ns</a:t>
            </a:r>
            <a:r>
              <a:rPr lang="uz-Cyrl-UZ" dirty="0">
                <a:latin typeface="Times New Roman" pitchFamily="18" charset="0"/>
                <a:cs typeface="Times New Roman" pitchFamily="18" charset="0"/>
              </a:rPr>
              <a:t>iyalarda va gi</a:t>
            </a:r>
            <a:r>
              <a:rPr lang="en-US" dirty="0">
                <a:latin typeface="Times New Roman" pitchFamily="18" charset="0"/>
                <a:cs typeface="Times New Roman" pitchFamily="18" charset="0"/>
              </a:rPr>
              <a:t>d</a:t>
            </a:r>
            <a:r>
              <a:rPr lang="uz-Cyrl-UZ" dirty="0">
                <a:latin typeface="Times New Roman" pitchFamily="18" charset="0"/>
                <a:cs typeface="Times New Roman" pitchFamily="18" charset="0"/>
              </a:rPr>
              <a:t>rouzatmalarda asosiy qism bo’lib xizmat qiladi. </a:t>
            </a:r>
            <a:endParaRPr lang="en-US" dirty="0">
              <a:latin typeface="Times New Roman" pitchFamily="18" charset="0"/>
              <a:cs typeface="Times New Roman" pitchFamily="18" charset="0"/>
            </a:endParaRPr>
          </a:p>
          <a:p>
            <a:endParaRPr lang="ru-RU" dirty="0">
              <a:latin typeface="Times New Roman" pitchFamily="18" charset="0"/>
              <a:cs typeface="Times New Roman" pitchFamily="18" charset="0"/>
            </a:endParaRPr>
          </a:p>
        </p:txBody>
      </p:sp>
      <p:pic>
        <p:nvPicPr>
          <p:cNvPr id="5122" name="Picture 2" descr="http://t1.gstatic.com/images?q=tbn:ANd9GcTBZe2lisf26t_VBMw21FK-Wvoqv7aT1qmU5r9vTuU_mv2Yw1UK"/>
          <p:cNvPicPr>
            <a:picLocks noChangeAspect="1" noChangeArrowheads="1"/>
          </p:cNvPicPr>
          <p:nvPr/>
        </p:nvPicPr>
        <p:blipFill>
          <a:blip r:embed="rId2"/>
          <a:srcRect/>
          <a:stretch>
            <a:fillRect/>
          </a:stretch>
        </p:blipFill>
        <p:spPr bwMode="auto">
          <a:xfrm>
            <a:off x="4643438" y="3857628"/>
            <a:ext cx="3357586" cy="2501403"/>
          </a:xfrm>
          <a:prstGeom prst="rect">
            <a:avLst/>
          </a:prstGeom>
          <a:noFill/>
        </p:spPr>
      </p:pic>
      <p:pic>
        <p:nvPicPr>
          <p:cNvPr id="5124" name="Picture 4" descr="http://t1.gstatic.com/images?q=tbn:ANd9GcQIxyR9woZvVZfSCgQxQRQUgJn_wAwVmaH-SrXmiWWOKJSHKjbBHQ"/>
          <p:cNvPicPr>
            <a:picLocks noChangeAspect="1" noChangeArrowheads="1"/>
          </p:cNvPicPr>
          <p:nvPr/>
        </p:nvPicPr>
        <p:blipFill>
          <a:blip r:embed="rId3"/>
          <a:srcRect/>
          <a:stretch>
            <a:fillRect/>
          </a:stretch>
        </p:blipFill>
        <p:spPr bwMode="auto">
          <a:xfrm>
            <a:off x="785786" y="4000504"/>
            <a:ext cx="3242694" cy="2428892"/>
          </a:xfrm>
          <a:prstGeom prst="rect">
            <a:avLst/>
          </a:prstGeom>
          <a:noFill/>
        </p:spPr>
      </p:pic>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57158" y="428604"/>
            <a:ext cx="8501122" cy="6072230"/>
          </a:xfrm>
        </p:spPr>
        <p:txBody>
          <a:bodyPr>
            <a:normAutofit/>
          </a:bodyPr>
          <a:lstStyle/>
          <a:p>
            <a:pPr algn="ctr">
              <a:buNone/>
            </a:pPr>
            <a:r>
              <a:rPr lang="uz-Cyrl-UZ" dirty="0">
                <a:latin typeface="Algerian" pitchFamily="82" charset="0"/>
              </a:rPr>
              <a:t>Gidroturbinalar</a:t>
            </a:r>
            <a:r>
              <a:rPr lang="uz-Cyrl-UZ" dirty="0"/>
              <a:t> </a:t>
            </a:r>
            <a:r>
              <a:rPr lang="en-US" dirty="0">
                <a:latin typeface="Algerian" pitchFamily="82" charset="0"/>
              </a:rPr>
              <a:t> </a:t>
            </a:r>
            <a:r>
              <a:rPr lang="en-US" dirty="0" err="1">
                <a:latin typeface="Algerian" pitchFamily="82" charset="0"/>
              </a:rPr>
              <a:t>quyidagich</a:t>
            </a:r>
            <a:r>
              <a:rPr lang="en-US" dirty="0">
                <a:latin typeface="Algerian" pitchFamily="82" charset="0"/>
              </a:rPr>
              <a:t> </a:t>
            </a:r>
            <a:r>
              <a:rPr lang="en-US" dirty="0" err="1">
                <a:latin typeface="Algerian" pitchFamily="82" charset="0"/>
              </a:rPr>
              <a:t>klassifikasiyalanadi</a:t>
            </a:r>
            <a:r>
              <a:rPr lang="en-US" dirty="0">
                <a:latin typeface="Algerian" pitchFamily="82" charset="0"/>
              </a:rPr>
              <a:t>:</a:t>
            </a:r>
          </a:p>
          <a:p>
            <a:pPr algn="ctr">
              <a:buNone/>
            </a:pPr>
            <a:r>
              <a:rPr lang="en-US" dirty="0"/>
              <a:t>1.I</a:t>
            </a:r>
            <a:r>
              <a:rPr lang="uz-Cyrl-UZ" dirty="0"/>
              <a:t>shlash </a:t>
            </a:r>
            <a:r>
              <a:rPr lang="en-US" dirty="0"/>
              <a:t>pr</a:t>
            </a:r>
            <a:r>
              <a:rPr lang="uz-Cyrl-UZ" dirty="0"/>
              <a:t>insipiga qarab</a:t>
            </a:r>
            <a:endParaRPr lang="ru-RU" dirty="0"/>
          </a:p>
          <a:p>
            <a:endParaRPr lang="ru-RU" dirty="0"/>
          </a:p>
        </p:txBody>
      </p:sp>
      <p:graphicFrame>
        <p:nvGraphicFramePr>
          <p:cNvPr id="4" name="Схема 3"/>
          <p:cNvGraphicFramePr/>
          <p:nvPr/>
        </p:nvGraphicFramePr>
        <p:xfrm>
          <a:off x="500034" y="1397000"/>
          <a:ext cx="7715304" cy="44608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28662" y="274638"/>
            <a:ext cx="8229600" cy="654032"/>
          </a:xfrm>
        </p:spPr>
        <p:txBody>
          <a:bodyPr>
            <a:normAutofit fontScale="90000"/>
          </a:bodyPr>
          <a:lstStyle/>
          <a:p>
            <a:r>
              <a:rPr lang="en-US" sz="3600" b="1" dirty="0">
                <a:solidFill>
                  <a:srgbClr val="C00000"/>
                </a:solidFill>
              </a:rPr>
              <a:t>2.</a:t>
            </a:r>
            <a:r>
              <a:rPr lang="uz-Cyrl-UZ" sz="3600" b="1" dirty="0">
                <a:solidFill>
                  <a:srgbClr val="C00000"/>
                </a:solidFill>
              </a:rPr>
              <a:t>Gidroturbinalar bosimning q</a:t>
            </a:r>
            <a:r>
              <a:rPr lang="en-US" sz="3600" b="1" dirty="0" err="1">
                <a:solidFill>
                  <a:srgbClr val="C00000"/>
                </a:solidFill>
              </a:rPr>
              <a:t>i</a:t>
            </a:r>
            <a:r>
              <a:rPr lang="uz-Cyrl-UZ" sz="3600" b="1" dirty="0">
                <a:solidFill>
                  <a:srgbClr val="C00000"/>
                </a:solidFill>
              </a:rPr>
              <a:t>ymatiga </a:t>
            </a:r>
            <a:r>
              <a:rPr lang="en-US" sz="3600" b="1" dirty="0">
                <a:solidFill>
                  <a:srgbClr val="C00000"/>
                </a:solidFill>
              </a:rPr>
              <a:t>q</a:t>
            </a:r>
            <a:r>
              <a:rPr lang="uz-Cyrl-UZ" sz="3600" b="1" dirty="0">
                <a:solidFill>
                  <a:srgbClr val="C00000"/>
                </a:solidFill>
              </a:rPr>
              <a:t>arab </a:t>
            </a:r>
            <a:endParaRPr lang="ru-RU" sz="3600" b="1" dirty="0">
              <a:solidFill>
                <a:srgbClr val="C00000"/>
              </a:solidFill>
            </a:endParaRPr>
          </a:p>
        </p:txBody>
      </p:sp>
      <p:sp>
        <p:nvSpPr>
          <p:cNvPr id="3" name="Содержимое 2"/>
          <p:cNvSpPr>
            <a:spLocks noGrp="1"/>
          </p:cNvSpPr>
          <p:nvPr>
            <p:ph idx="1"/>
          </p:nvPr>
        </p:nvSpPr>
        <p:spPr>
          <a:xfrm>
            <a:off x="1000100" y="1142984"/>
            <a:ext cx="7929618" cy="5500726"/>
          </a:xfrm>
        </p:spPr>
        <p:txBody>
          <a:bodyPr>
            <a:normAutofit fontScale="85000" lnSpcReduction="20000"/>
          </a:bodyPr>
          <a:lstStyle/>
          <a:p>
            <a:pPr algn="ctr">
              <a:buNone/>
            </a:pPr>
            <a:r>
              <a:rPr lang="uz-Cyrl-UZ" dirty="0">
                <a:latin typeface="Times New Roman" pitchFamily="18" charset="0"/>
                <a:cs typeface="Times New Roman" pitchFamily="18" charset="0"/>
              </a:rPr>
              <a:t>Gidroturbinalar bosimning q</a:t>
            </a:r>
            <a:r>
              <a:rPr lang="en-US" dirty="0" err="1">
                <a:latin typeface="Times New Roman" pitchFamily="18" charset="0"/>
                <a:cs typeface="Times New Roman" pitchFamily="18" charset="0"/>
              </a:rPr>
              <a:t>i</a:t>
            </a:r>
            <a:r>
              <a:rPr lang="uz-Cyrl-UZ" dirty="0">
                <a:latin typeface="Times New Roman" pitchFamily="18" charset="0"/>
                <a:cs typeface="Times New Roman" pitchFamily="18" charset="0"/>
              </a:rPr>
              <a:t>ymatiga </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arab yuqork bosimli, o’rtacha bosimli va kichik bosimli turbinalarga bo’linad</a:t>
            </a:r>
            <a:r>
              <a:rPr lang="en-US" dirty="0" err="1">
                <a:latin typeface="Times New Roman" pitchFamily="18" charset="0"/>
                <a:cs typeface="Times New Roman" pitchFamily="18" charset="0"/>
              </a:rPr>
              <a:t>i</a:t>
            </a:r>
            <a:r>
              <a:rPr lang="uz-Cyrl-UZ" dirty="0">
                <a:latin typeface="Times New Roman" pitchFamily="18" charset="0"/>
                <a:cs typeface="Times New Roman" pitchFamily="18" charset="0"/>
              </a:rPr>
              <a:t>:</a:t>
            </a:r>
            <a:endParaRPr lang="en-US" dirty="0">
              <a:latin typeface="Times New Roman" pitchFamily="18" charset="0"/>
              <a:cs typeface="Times New Roman" pitchFamily="18" charset="0"/>
            </a:endParaRPr>
          </a:p>
          <a:p>
            <a:pPr algn="ctr">
              <a:buNone/>
            </a:pPr>
            <a:endParaRPr lang="ru-RU" dirty="0">
              <a:latin typeface="Times New Roman" pitchFamily="18" charset="0"/>
              <a:cs typeface="Times New Roman" pitchFamily="18" charset="0"/>
            </a:endParaRPr>
          </a:p>
          <a:p>
            <a:pPr marL="514350" indent="-514350" algn="just">
              <a:buClr>
                <a:srgbClr val="FF0000"/>
              </a:buClr>
              <a:buFont typeface="+mj-lt"/>
              <a:buAutoNum type="alphaUcPeriod"/>
            </a:pPr>
            <a:r>
              <a:rPr lang="uz-Cyrl-UZ" dirty="0">
                <a:latin typeface="Times New Roman" pitchFamily="18" charset="0"/>
                <a:cs typeface="Times New Roman" pitchFamily="18" charset="0"/>
              </a:rPr>
              <a:t>bosimi 80 m dan kichik </a:t>
            </a:r>
            <a:r>
              <a:rPr lang="uz-Cyrl-UZ" b="1" dirty="0">
                <a:latin typeface="Times New Roman" pitchFamily="18" charset="0"/>
                <a:cs typeface="Times New Roman" pitchFamily="18" charset="0"/>
              </a:rPr>
              <a:t>(</a:t>
            </a:r>
            <a:r>
              <a:rPr lang="en-US" b="1" dirty="0">
                <a:latin typeface="Times New Roman" pitchFamily="18" charset="0"/>
                <a:cs typeface="Times New Roman" pitchFamily="18" charset="0"/>
              </a:rPr>
              <a:t>H</a:t>
            </a:r>
            <a:r>
              <a:rPr lang="uz-Cyrl-UZ" b="1" dirty="0">
                <a:latin typeface="Times New Roman" pitchFamily="18" charset="0"/>
                <a:cs typeface="Times New Roman" pitchFamily="18" charset="0"/>
              </a:rPr>
              <a:t>&lt;80 </a:t>
            </a:r>
            <a:r>
              <a:rPr lang="uz-Cyrl-UZ" dirty="0">
                <a:latin typeface="Times New Roman" pitchFamily="18" charset="0"/>
                <a:cs typeface="Times New Roman" pitchFamily="18" charset="0"/>
              </a:rPr>
              <a:t>m) turbinalarga </a:t>
            </a:r>
            <a:r>
              <a:rPr lang="uz-Cyrl-UZ" b="1" i="1" dirty="0">
                <a:solidFill>
                  <a:srgbClr val="C00000"/>
                </a:solidFill>
                <a:latin typeface="Times New Roman" pitchFamily="18" charset="0"/>
                <a:cs typeface="Times New Roman" pitchFamily="18" charset="0"/>
              </a:rPr>
              <a:t>kichik bosimli turbinalar </a:t>
            </a:r>
            <a:r>
              <a:rPr lang="uz-Cyrl-UZ" dirty="0">
                <a:latin typeface="Times New Roman" pitchFamily="18" charset="0"/>
                <a:cs typeface="Times New Roman" pitchFamily="18" charset="0"/>
              </a:rPr>
              <a:t>deyiladi. Bunlarga </a:t>
            </a:r>
            <a:r>
              <a:rPr lang="uz-Cyrl-UZ" b="1" i="1" dirty="0">
                <a:solidFill>
                  <a:srgbClr val="0070C0"/>
                </a:solidFill>
                <a:latin typeface="Times New Roman" pitchFamily="18" charset="0"/>
                <a:cs typeface="Times New Roman" pitchFamily="18" charset="0"/>
              </a:rPr>
              <a:t>o’qiy va kichik bosimli diagonal hamda radial-o’qiy</a:t>
            </a:r>
            <a:r>
              <a:rPr lang="uz-Cyrl-UZ" dirty="0">
                <a:latin typeface="Times New Roman" pitchFamily="18" charset="0"/>
                <a:cs typeface="Times New Roman" pitchFamily="18" charset="0"/>
              </a:rPr>
              <a:t> tur</a:t>
            </a:r>
            <a:r>
              <a:rPr lang="en-US" dirty="0">
                <a:latin typeface="Times New Roman" pitchFamily="18" charset="0"/>
                <a:cs typeface="Times New Roman" pitchFamily="18" charset="0"/>
              </a:rPr>
              <a:t>b</a:t>
            </a:r>
            <a:r>
              <a:rPr lang="uz-Cyrl-UZ" dirty="0">
                <a:latin typeface="Times New Roman" pitchFamily="18" charset="0"/>
                <a:cs typeface="Times New Roman" pitchFamily="18" charset="0"/>
              </a:rPr>
              <a:t>inalar kiradi;</a:t>
            </a:r>
            <a:endParaRPr lang="en-US" dirty="0">
              <a:latin typeface="Times New Roman" pitchFamily="18" charset="0"/>
              <a:cs typeface="Times New Roman" pitchFamily="18" charset="0"/>
            </a:endParaRPr>
          </a:p>
          <a:p>
            <a:pPr marL="514350" indent="-514350" algn="just">
              <a:buClr>
                <a:srgbClr val="FF0000"/>
              </a:buClr>
              <a:buFont typeface="+mj-lt"/>
              <a:buAutoNum type="alphaUcPeriod"/>
            </a:pPr>
            <a:r>
              <a:rPr lang="uz-Cyrl-UZ" dirty="0">
                <a:latin typeface="Times New Roman" pitchFamily="18" charset="0"/>
                <a:cs typeface="Times New Roman" pitchFamily="18" charset="0"/>
              </a:rPr>
              <a:t>bosimi 80 m dan 500 m gacha   (80 m&lt;</a:t>
            </a:r>
            <a:r>
              <a:rPr lang="en-US" dirty="0">
                <a:latin typeface="Times New Roman" pitchFamily="18" charset="0"/>
                <a:cs typeface="Times New Roman" pitchFamily="18" charset="0"/>
              </a:rPr>
              <a:t>H</a:t>
            </a:r>
            <a:r>
              <a:rPr lang="uz-Cyrl-UZ" dirty="0">
                <a:latin typeface="Times New Roman" pitchFamily="18" charset="0"/>
                <a:cs typeface="Times New Roman" pitchFamily="18" charset="0"/>
              </a:rPr>
              <a:t>&lt; 500 m)  bo’lgan</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turbinalarga </a:t>
            </a:r>
            <a:r>
              <a:rPr lang="uz-Cyrl-UZ" b="1" i="1" dirty="0">
                <a:solidFill>
                  <a:srgbClr val="C00000"/>
                </a:solidFill>
                <a:latin typeface="Times New Roman" pitchFamily="18" charset="0"/>
                <a:cs typeface="Times New Roman" pitchFamily="18" charset="0"/>
              </a:rPr>
              <a:t>o’rtacha bosimli turbinalar </a:t>
            </a:r>
            <a:r>
              <a:rPr lang="uz-Cyrl-UZ" dirty="0">
                <a:latin typeface="Times New Roman" pitchFamily="18" charset="0"/>
                <a:cs typeface="Times New Roman" pitchFamily="18" charset="0"/>
              </a:rPr>
              <a:t>deyiladi va ularga </a:t>
            </a:r>
            <a:r>
              <a:rPr lang="uz-Cyrl-UZ" b="1" i="1" dirty="0">
                <a:solidFill>
                  <a:srgbClr val="0070C0"/>
                </a:solidFill>
                <a:latin typeface="Times New Roman" pitchFamily="18" charset="0"/>
                <a:cs typeface="Times New Roman" pitchFamily="18" charset="0"/>
              </a:rPr>
              <a:t>rad</a:t>
            </a:r>
            <a:r>
              <a:rPr lang="en-US" b="1" i="1" dirty="0" err="1">
                <a:solidFill>
                  <a:srgbClr val="0070C0"/>
                </a:solidFill>
                <a:latin typeface="Times New Roman" pitchFamily="18" charset="0"/>
                <a:cs typeface="Times New Roman" pitchFamily="18" charset="0"/>
              </a:rPr>
              <a:t>i</a:t>
            </a:r>
            <a:r>
              <a:rPr lang="uz-Cyrl-UZ" b="1" i="1" dirty="0">
                <a:solidFill>
                  <a:srgbClr val="0070C0"/>
                </a:solidFill>
                <a:latin typeface="Times New Roman" pitchFamily="18" charset="0"/>
                <a:cs typeface="Times New Roman" pitchFamily="18" charset="0"/>
              </a:rPr>
              <a:t>al-o’qiy hamda yuqori bosimli  diagonal  </a:t>
            </a:r>
            <a:r>
              <a:rPr lang="uz-Cyrl-UZ" dirty="0">
                <a:latin typeface="Times New Roman" pitchFamily="18" charset="0"/>
                <a:cs typeface="Times New Roman" pitchFamily="18" charset="0"/>
              </a:rPr>
              <a:t> turbinalar kiradi;</a:t>
            </a:r>
            <a:endParaRPr lang="en-US" dirty="0">
              <a:latin typeface="Times New Roman" pitchFamily="18" charset="0"/>
              <a:cs typeface="Times New Roman" pitchFamily="18" charset="0"/>
            </a:endParaRPr>
          </a:p>
          <a:p>
            <a:pPr marL="514350" indent="-514350">
              <a:buClr>
                <a:srgbClr val="FF0000"/>
              </a:buClr>
              <a:buFont typeface="+mj-lt"/>
              <a:buAutoNum type="alphaUcPeriod"/>
            </a:pPr>
            <a:r>
              <a:rPr lang="uz-Cyrl-UZ" dirty="0">
                <a:latin typeface="Times New Roman" pitchFamily="18" charset="0"/>
                <a:cs typeface="Times New Roman" pitchFamily="18" charset="0"/>
              </a:rPr>
              <a:t>bosimi 500 m dan yuqori (</a:t>
            </a:r>
            <a:r>
              <a:rPr lang="en-US" dirty="0">
                <a:latin typeface="Times New Roman" pitchFamily="18" charset="0"/>
                <a:cs typeface="Times New Roman" pitchFamily="18" charset="0"/>
              </a:rPr>
              <a:t>H</a:t>
            </a:r>
            <a:r>
              <a:rPr lang="uz-Cyrl-UZ" dirty="0">
                <a:latin typeface="Times New Roman" pitchFamily="18" charset="0"/>
                <a:cs typeface="Times New Roman" pitchFamily="18" charset="0"/>
              </a:rPr>
              <a:t>&gt;500 m) bo’lgan</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turbinalarga</a:t>
            </a:r>
            <a:r>
              <a:rPr lang="en-US" dirty="0">
                <a:latin typeface="Times New Roman" pitchFamily="18" charset="0"/>
                <a:cs typeface="Times New Roman" pitchFamily="18" charset="0"/>
              </a:rPr>
              <a:t> </a:t>
            </a:r>
            <a:r>
              <a:rPr lang="uz-Cyrl-UZ" b="1" i="1" dirty="0">
                <a:solidFill>
                  <a:srgbClr val="FF0000"/>
                </a:solidFill>
                <a:latin typeface="Times New Roman" pitchFamily="18" charset="0"/>
                <a:cs typeface="Times New Roman" pitchFamily="18" charset="0"/>
              </a:rPr>
              <a:t>yuqori bosimli turbinalar </a:t>
            </a:r>
            <a:r>
              <a:rPr lang="uz-Cyrl-UZ" dirty="0">
                <a:latin typeface="Times New Roman" pitchFamily="18" charset="0"/>
                <a:cs typeface="Times New Roman" pitchFamily="18" charset="0"/>
              </a:rPr>
              <a:t>deyiladi </a:t>
            </a:r>
            <a:r>
              <a:rPr lang="en-US" dirty="0">
                <a:latin typeface="Times New Roman" pitchFamily="18" charset="0"/>
                <a:cs typeface="Times New Roman" pitchFamily="18" charset="0"/>
              </a:rPr>
              <a:t>v</a:t>
            </a:r>
            <a:r>
              <a:rPr lang="uz-Cyrl-UZ" dirty="0">
                <a:latin typeface="Times New Roman" pitchFamily="18" charset="0"/>
                <a:cs typeface="Times New Roman" pitchFamily="18" charset="0"/>
              </a:rPr>
              <a:t>a ularga </a:t>
            </a:r>
            <a:r>
              <a:rPr lang="uz-Cyrl-UZ" b="1" i="1" dirty="0">
                <a:solidFill>
                  <a:srgbClr val="0070C0"/>
                </a:solidFill>
                <a:latin typeface="Times New Roman" pitchFamily="18" charset="0"/>
                <a:cs typeface="Times New Roman" pitchFamily="18" charset="0"/>
              </a:rPr>
              <a:t>aktiv  turbinalar</a:t>
            </a:r>
            <a:r>
              <a:rPr lang="en-US" b="1" i="1" dirty="0">
                <a:solidFill>
                  <a:srgbClr val="0070C0"/>
                </a:solidFill>
                <a:latin typeface="Times New Roman" pitchFamily="18" charset="0"/>
                <a:cs typeface="Times New Roman" pitchFamily="18" charset="0"/>
              </a:rPr>
              <a:t> </a:t>
            </a:r>
            <a:r>
              <a:rPr lang="uz-Cyrl-UZ" dirty="0">
                <a:latin typeface="Times New Roman" pitchFamily="18" charset="0"/>
                <a:cs typeface="Times New Roman" pitchFamily="18" charset="0"/>
              </a:rPr>
              <a:t>kiradi. </a:t>
            </a:r>
            <a:endParaRPr lang="ru-RU" dirty="0">
              <a:latin typeface="Times New Roman" pitchFamily="18" charset="0"/>
              <a:cs typeface="Times New Roman" pitchFamily="18" charset="0"/>
            </a:endParaRPr>
          </a:p>
          <a:p>
            <a:endParaRPr lang="ru-RU" dirty="0">
              <a:latin typeface="Times New Roman" pitchFamily="18" charset="0"/>
              <a:cs typeface="Times New Roman" pitchFamily="18" charset="0"/>
            </a:endParaRPr>
          </a:p>
          <a:p>
            <a:endParaRPr lang="ru-RU" dirty="0">
              <a:latin typeface="Times New Roman" pitchFamily="18" charset="0"/>
              <a:cs typeface="Times New Roman" pitchFamily="18" charset="0"/>
            </a:endParaRPr>
          </a:p>
        </p:txBody>
      </p:sp>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435608" y="714356"/>
            <a:ext cx="7498080" cy="5534044"/>
          </a:xfrm>
        </p:spPr>
        <p:txBody>
          <a:bodyPr/>
          <a:lstStyle/>
          <a:p>
            <a:pPr algn="ctr">
              <a:buNone/>
            </a:pPr>
            <a:r>
              <a:rPr lang="en-US" b="1" i="1" dirty="0">
                <a:solidFill>
                  <a:srgbClr val="002060"/>
                </a:solidFill>
              </a:rPr>
              <a:t>3.</a:t>
            </a:r>
            <a:r>
              <a:rPr lang="uz-Cyrl-UZ" b="1" i="1" dirty="0">
                <a:solidFill>
                  <a:srgbClr val="002060"/>
                </a:solidFill>
              </a:rPr>
              <a:t>Turbina ish g’ildiragida oqimchaning qanday  yo’nalishiga</a:t>
            </a:r>
            <a:r>
              <a:rPr lang="en-US" b="1" i="1" dirty="0">
                <a:solidFill>
                  <a:srgbClr val="002060"/>
                </a:solidFill>
              </a:rPr>
              <a:t> </a:t>
            </a:r>
            <a:r>
              <a:rPr lang="uz-Cyrl-UZ" b="1" i="1" dirty="0">
                <a:solidFill>
                  <a:srgbClr val="002060"/>
                </a:solidFill>
              </a:rPr>
              <a:t>qarab</a:t>
            </a:r>
            <a:r>
              <a:rPr lang="en-US" b="1" i="1" dirty="0">
                <a:solidFill>
                  <a:srgbClr val="002060"/>
                </a:solidFill>
              </a:rPr>
              <a:t>:</a:t>
            </a:r>
          </a:p>
          <a:p>
            <a:pPr algn="ctr">
              <a:buNone/>
            </a:pPr>
            <a:r>
              <a:rPr lang="uz-Cyrl-UZ" b="1" i="1" dirty="0">
                <a:solidFill>
                  <a:srgbClr val="002060"/>
                </a:solidFill>
              </a:rPr>
              <a:t> </a:t>
            </a:r>
            <a:endParaRPr lang="en-US" b="1" i="1" dirty="0">
              <a:solidFill>
                <a:srgbClr val="002060"/>
              </a:solidFill>
            </a:endParaRPr>
          </a:p>
          <a:p>
            <a:endParaRPr lang="ru-RU" dirty="0"/>
          </a:p>
        </p:txBody>
      </p:sp>
      <p:graphicFrame>
        <p:nvGraphicFramePr>
          <p:cNvPr id="4" name="Схема 3"/>
          <p:cNvGraphicFramePr/>
          <p:nvPr/>
        </p:nvGraphicFramePr>
        <p:xfrm>
          <a:off x="1571604" y="2071678"/>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71538" y="142852"/>
            <a:ext cx="7862150" cy="5676920"/>
          </a:xfrm>
        </p:spPr>
        <p:txBody>
          <a:bodyPr>
            <a:normAutofit/>
          </a:bodyPr>
          <a:lstStyle/>
          <a:p>
            <a:r>
              <a:rPr lang="uz-Cyrl-UZ" dirty="0"/>
              <a:t>O’qiy turbinalar ish g’ildiragining ichki va tashqi diametrlari teng bo’lib, ularda oqimcha g’ildirak o’qi yo’nalishyda harakat qiladi. Bu turiinalar bosim 70 m gacha bo’lgan hollarda qo’llaniladi.</a:t>
            </a:r>
            <a:endParaRPr lang="ru-RU" dirty="0"/>
          </a:p>
          <a:p>
            <a:endParaRPr lang="ru-RU" dirty="0"/>
          </a:p>
        </p:txBody>
      </p:sp>
      <p:sp>
        <p:nvSpPr>
          <p:cNvPr id="27650" name="AutoShape 2" descr="data:image/jpeg;base64,/9j/4AAQSkZJRgABAQAAAQABAAD/2wCEAAkGBhQSERQUEBIUFBUVFBUaFhgSFxYVFBcYFhgXGBcUFhQYHSYeFxkjGRQYHy8gIycpLCwsFx4xNTAqNSYsLCkBCQoKDgwOFw8PGi0iHyUpKTUsLSkvNCwpKS81KiksLSwsLCksKikpKSwpKSkpLCkpLCwpLCksLCwsLCwpLCksLP/AABEIAKUA8AMBIgACEQEDEQH/xAAbAAEAAgMBAQAAAAAAAAAAAAAABAUCAwYBB//EAEoQAAIBAgMDBggKCQQABwAAAAECAwARBBIhBRMxBhQiQVHRMlJTYXGRkqEHFSMzQmKBk5TSQ3JzgqKxssHTNESz8BY1VKPC4fH/xAAbAQEAAwADAQAAAAAAAAAAAAAAAgMEAQUGB//EACkRAAICAQQBAwUAAwEAAAAAAAABAgMRBBIhMUEFMlETFGGRsSIjgQb/2gAMAwEAAhEDEQA/APuNK0TY6NDZ5EU9jMoPvNa/jeHy0Xtp30BLpUT43h8tF7ad9PjeHy0Xtp30BLpUT43h8tF7ad9PjeHy0Xtp30BLpUT43h8tF7ad9PjeHy0Xtp30BLpUT43h8tF7ad9eHbEPlovvE76AmVD2lizFGzgAkFQAzZR0mC6tY2Gt+Brz46g8vF94nfVftzaMUkDrHNCW6JAMqKDlZWte+nCozbUW12Co5ScujhEbNzXeEfJrv3csevorEPeR6a5lfhdxFrmLDgkiw+U1HbxrRyh2PiZt0zHZTMXjjskk0jESOqhbW8EEm5GtuFqrdocnp48G+ImOGy5wkRwpnDKRMEbw9Clke3X0vVmhO6UU5xw/POTtdN9rlQknJtnQL8K09vm4PVJ31gPhXnAFo8P/AO7/ADvXLRJq2rWBFum+mg89aMWtl0LDTqd++pb5Hfv0zTqOdp0uJ+GXErwgw5+2Uf3q85H/AAntjBldcKk+ZvkzM6HID4XSjYN26G/mFcDyY2HNi8Lini3TyQS3POd4149zmyIq3GbMOvtq62FyamjxDyINkK0dguZ500kiRwyk6lSsltfdSc7Um4xz8c4POan7fLjFNNH0uLbshazRR5d6sZeObOLuAQQCgv4VXoriNm4lgqpMcOGOISR2jxEZjATLfKGIfXLwI666sbag8vF94nfVtblKKc1h+Ude++CbSog2tD5WP20769+NYvKx+2vfVhwSqVF+NYvKx+2vfT41i8rH7a99ASqVF+NYvKx+2vfT41i8rH7a99ASqVF+NYvKx+2vfT41i8rH7a99ASqVF+NIvKx+2vfUkGgPCgpkHZWVKAx3Y7KZB2CsqUBjkHZTIOysqUBjkHZTdjsrKlAY7sdlQdpYUExnUHOFuumjEZh9uUVYVFx/6P8AapQGv4qXxn9Y7qg7Tkgw4UzTMmY2GpJJ46BVJ+2nKrb/ADWHMts7Gy5uA0JLEddgDp1mw66+TbQ2ycQ28mnDbs8HfoqZCVsxVbRk2sApXwdai5YMt+pVfCWWdryi5SYURxmOZpCuIhYg5hoj5/pKL3KgWGtyKfCBgdzseOM8YzhlPpWwJ+0iqfYU8GIRI2hRpGmgyPcm4WRXbNrZmATMGHEG51Bv0nwsf+Xt+2i/qrjOUbPT7HZZCT+UfNofCb0j+QqPjvA+ypEPhN6R/IVHx3g/ZWbyfQ5ew6/4CvAxv7aL/jqXsba6QSzQySBEiKR3IZmLRRxxAZBwGRAbnjUT4CvAx37aP/jqfykMEEmJvCrSvMHzMGJCvEl3y3sxzLkAOlxroK09RPnuunsnOX5L3Z+0I5yVgnzlRcgIVIB67M4uPRWW1JjAmd8xFz1KvBS3EueOW3218uwm1BG2+inVOCErI1tQXymXL4eubjl4dGr/AGlyoxEsOEkaETx7+OOQxYgxveZ1VUkhS1zbtFrlCNL1zGWTDp9T9XhrDOr2LhmaWV1uSrKnSRTcqgV3KhxlYte479Lndy9i/cr/AJak4RAJJABYDJYDQDo9Q6qm2qRrKndy9i/cr/lpu5exfuV/y1bWpagKndy9i/cr/lpu5exfuV/y1bWpagKndy9i/cr/AJabuXsX7lf8tW1qUBU7uXsX7pf8tWopavbUApSvCaAE1B2htmKEgO13bwUQF5G86xrdiPPaw6yKrtrbaZnaHDmxXSWWwYRki+RFOjS2N9bqosTe4U1+HwypfKNW1cklnc9rudW49f2WFWQrcuSuU1EnPyhmb5uBV4/PyWPpyxB/eRWn43xXbhvRlm/qv/atdKv+lEp+pIlx8opV+cw4bX/byBj6csgQ/YL1Z7P2vFMDu2uV8JWBWRf1kYBl4dYseq9UNasRhg9ibhl8B1OWRP1H4gebUHrB4VCVPwSjZ8nYXqFtOcKYgb9KZQNCRexOpHDhxNQNj7ZbMIZyM5vu3AyrKALkW+jKBqV4EAldLhcuVGHV0hDoXHOYTlBtcqSRfzXGvVas7WOy9PJTfCTgTJh1dbHdt0tL2Vyoz27AQLnqBJ6q+Rvg5GGIQwydMwu53kSkKjuzFLngVFhx6XHqr6KeVuHhkLPs9wUYgNljUJZgNF43vrc6+iqXlJtvDPFvIsFLh7joytdISJFIaM/QAJHV1qp6qrlydfbFSk5Qaz5Ra8hdgTpicM08YQCKSUdJXvZI4ltY3BtMTr6BVv8AC5i0GByF1DtLGVUkBmCsMxUHU2uL27aq+TPLuCYSSKwR4oYIFV7yeCzZ5vkb/JtmS2oJ3XVVDyt28uLdFXdSJKsbrLupVkXVwUVZHICnd66Dj10k4x48ncem6f8A2xUPnJVQzrmbpLxH0l83nqPjZVy+EvDxl762YXD3BNk1t+jFtPt81a8ThOjwUadUY76z+T3km9h1vwF4tBzxC6hzKhC3GYgJqwXiQD11e8vNhyy4mIwJnaSFgekq2MMqOurcdJZNK+Z8idq82xixWjAlfMZWRzLGIkZsqBHHROSxBvxr6HtX4RII4IMSz7wxzdFUV42lR4yum9sMwEgYjN9GtCaf+J4PX05nKMvJ8zk2ZIsRjaGTp4gN0ZYixZYyjKLHhvEJ4eD56ttnbOJ2js2RwFPOHBOlyV3RK3HEK0pF7kXuOo1acnNtYd2Z5MLLiRmbWEmSOJJHZ2D5NC54m9gQoHBTe5k5XYSZ4yuzbsd0qOVw1xmbIi9LXJdT2WAuLXBolh8nUVrbJSm8HdxY0CeVAHY5Y2OVSQAQQOlwvdTp2CpnO/qSeod9UmwcKseLxQVAl0wxYL4BIWUXTzWUdXvq12ltdIQM9yzGyIgzO57FXzcSTYAakgVYbzdzz6j+od9e87+o/qHfXOT4/ES8XECm3Ris8n70zgqPQi/vVHkwQbw3mb9aab+SuBVqqkyDsSOr539ST1Dvrznn1JPUO+uWWBlHyc06eiQuPZmDgjze+psHKGSL/UKHTykKkMoHXJBdjbtZC3nAHDiVckI2Jl5zv6knqHfTnf1JPUO+tkMyuoZCGVgCCpBUg6ggjQgitlqrLCPzv6j+od9SBS1e0Aqr2/tBo4wIyN7I2SO+oBIJZyOsKoZrdeUDrqzrltpTZ8U+ptDGqAdQaX5SQ+c5FiHmzHtqUY7ngjJ4WTVBhwihVvYX4m7EkkszHrZmJYnrJNZ0pW7GDIKUpQClKUBrxOHDqVJK8CGXwkYG6yL9ZTr2cQdCa07Y2u+IwcqpIsOKglhSTosd20jBFmRbg5WV86G54WNyCKlV8e2vtjFYXaOLbMkhL5WDl8rIkiTQiw1XIFCi3awquVTn7eycbFDtlHtbZ9sRiAXkYjETjMxXM2WZhmYhdWJFz5zW/GY2SZs08skr+NKxc/ZfRfsAqVjtiYqSSWURxgSSSy23w0EjmS3g62DWqbtXkbPhYy+ICNmcKnN5WZhZZGY5SFB0A4huAsNa2w1FEI5xlr8GaFNmps2VyXL+TqPghyuMZDvAjyCBktbN0C92UHwrHLf0jtrby65PQQYY5FF43jW6wFFUNrl3lyLdMmw6zXzrD2AWQmca3RwI1sQSL5lsVN/RVtiuUEmIULNLiJAvSPg66BA0gUgMQBa9r6km966fV/Qus+rHv+HpfT9DqKZR3Ywn4ZviaK7eBbS2nm9FR8c8QX6A+y39qxjxacRn1/Vt9lnrVPIjDpCTW9iQutuNiWrGkeslZmOEXvwXbIhmXENJxEyIrbnehQ6WHTHgXJIOtvfXR/CdBHhtnxYYSKWOIRlSwFkVSOjGCbIoAF6+e7Lxxwpc4Z5kaTJe2UjMhvGwW9iwYnwsw1OnXVbjMQzsWLyNIx1aTK7sfOTck1r0qpharZd/08lrdFqLNyjymZwTtGweNmjcWs0bMjj95SDUiYlsHjZJGLuzxlnfVyWyE3IHX/epOwuSmKxIcKsQaMoSZZHUsGzC2Vcy206lBuB21Kbk1OIMRA26zu1rhyVG6sOtbm5U+jTjXZarUU2wUkucr9HmbabNLLZa/jyfS+S+KODgxMmImbEHfpBCCLzyWF4ob3s7EzZRYAALc9dp8MJzNJIQ0r+Gw4WBuIo+sRKb2HWekdTp8a2xygxWIkQLu4cmId48jyaSSZIw7MLXKhbDQaM3bX2tgevUjj1C44kDqF76dVURpcOZLvo2SsUvaeUpSrSsV7f/AL/evKUBjgsVzZ7iwhkazjqjdjYTIOpWYgOOFyrC3Sv1ork5IwwIYAqwIYHgVYEMp9INvtq35N4pmgAdizxs0bMeLGMkBz52UK371ZbYYeUaK5Z4LalKVSWnhrlJPnpz1mY+6OID3CurNcri1y4mcH6W6kXtsybs/wAUPvHbVtPuK7OjylKVrMwpSlAKUpQA18b5bf6/FftP/gtfZbV8Q5W7QWTH4rdrI95XAyoxvkARiBxIzAi/o7a06acYSbk/BRdBzjiK8nXJ82P2R/kKtPhFk6EK9eaVvZVFv65LVyMnKpEbcvDOrgZDmVQAWygE63A1HV11v5WcoOcys0StlUZI7gKSou2YgnQs7E26gFrpZNxUvyzsvQdLZ9w5tYS5/uCrg+YXzhj62ao2yhaVgOuNtOyzITapckRVEUK1goA8HXQXPhdtRsDhJVlDGM5bMD0k4EcbZu0Csp7uSe5cHmM6JuND7j6R/etkbZ4AQPpNa/UQf/u3oJrbisA7cEb1p+ateAwkio6vGwBN1N0PEWIPS01AP2mmRtkpdETByAyKewXHpOnf7qxiXLPIOx2t6Cb6eukeAmWW+Q5LHrS4N78M3/b1njUYS51U2IGbwdGXS/HUEAVLyUc45XTO95ASWnmHjRKfUyfyufXWeMPysn7Sb+uuS2RyrTDTRytm06LgLe6nQ2sbZrE6HzdlTsby0h37BI55MzsVKKOkJbOlgSDezDSrlzBRXhnj/wD0enlK1Sgs5Oei+fH7Zf8AlFfd5fCb9Zv518Bmxe7mvJHKlpSTmQg2Rwzkdth2dor74zAkkagm484OoPqNd5fOM9u1+DqaYSgnuWDylKVmLxSlKAVYcmjriB2TKftMMRPvvUAD/vu/vVhyWW8TydUssjLbxAciG/nVAfQapu6Lauy7pSlZTQeVQ8p4MoTEdUWZZe3cvbM37jKj+hW7av6xdbiuU8PJw1lYOWIryteLwZwpyt/pyfk3PCK/CGQ/RS/gOdAOibWUnaa2QluRkcWmeUpSpnApSvQKA8JHEkAa3JNgAOJJ6gBqT2A1z/8A4cSNcRjyuR8VJhkhUA3VDPF0mA4PK1nOlgAt+ur7AYLnZB/2wIJPVOQb5F7YQRctwewA6Ny3Q7T+af0f3FZbJ54Rorjjk+c/DBydS8GKGhaaKGQeOrOCjekWI84I8UVwGJiyyOATZZHA4cFdgOrXQCvq3wuuOZw6j/W4b+uvmGNgYyyWRyDLJYhWII3j6ggWIqu5uVcf+nf+iuMZXZeMpG2VeghzN7u6t2HX6zfw/lrGSJsi9FvZburbBG3it7Ld1YmmenVle7tfszyfWb+H8ta8unhN/D+Wt+Q+K3qPdWvIbeC3DxWqOGWOyv5X7Isq/Wb+H8tVuLHnPu7qtZYm8V/ZbuquxeGfqjk9h+6pxTMts4fK/Zy21Tx17ezur6x8GfJlH2hM58HCDD7tTr05IEs5P1crW87Dsr5ftPZ0pBywynQ/o37P1a+0/BUw51tHUf7L3YexrXS3FSx8HlPUtspx8m3afJdMbv7KHmwu0JHVHuFkR0iLQMdOjIoBBBtmVb8CKuIpw4DqbhrkXFjxsQV+iwNwR1EEdVWIxGV2fSyu4bpAkoTc2T6pu3oz9tY7S2G2Yy4fLmaxkjYkRy2FswIBMclgBmAIIADA2BWyuzbwdVOG7khUrQMaobI94n8SayMf1TfLIPOjMPRUrdnsPqrUmn0UNYMKUl6Iu/RHa1lHrYgVqw7vNphkzg/pXuIB5w2hmPmTTtZa4ckuwk2eTK0jLDGSHkBuw4xx8Hl8x+it+LG+uRrdbh4FRFVAFVQAoGgAAsAB2AC1RNkbJWBTYl3YgyO1szta2ttAANAo0A0FWFZJy3PJpjHahSlKgTFKUoDXJEG0IuCCCDqCDxBHWKoZ+TTJ/pWAXyUtyg80bjpR+jpL2Ba6KlcptdHDSZyEhkS29w8y+eMb9PXGc/rQV5zgeLN9xib+rd11+WvLVarmVupHJRb1/msPKfPKBh0/jvJ/BU7D8mS+uKYOPJILQnW43hPSl9Bsv1euugAr2oysbJKCRgiW4aV66gixFx2GsqVWTKrbPJ6DExGOaGN1JBswsMw4G66jj1dRNUGyRlghVOgoiTKqlsqi1wq31sAbC+trV0+1x8hLqR8m+qsVYdEkEMNQdOIrnokyqo7FUeyAP7Vop8lNvg270+MfWe+vN4fGPrNY0rQUGW8PafWaCQ+MfWaxpQGe8PjH1mm9bxm9ZrClAbEla46TcR1ntqPyf5O4fD4G8MEUZkVGfJc3IIAuWudLnTtJ7a2XqXgIguDYAk9OTiS1vlToL8Ba2g4VRd0XVdk+WACQZbqLjRRCBrx8IZq24EZS0fUliv6jZrL5rFWHoArTi770Wvbo9UJHrZg3u9Fb4vn3/Zxf1TVmLzfPhlcWdVYdjAMPTY1WNySwpOkIX9mzp7kYCrilAVeH5NYZDdYI79rDOfW1zVkBWVKAUpSgFKUoBSorQyX0ktr4g083GvNxJ5UewO+gJdKibiTyo9gd9NxJ5UewO+gJdKibiTyo9gd9NxJ5UewO+gJdKibiTyo9gd9NxJ5UewO+gJdeVF3EnlR7A760Z5M2XO3Hjuuj7V6Aw5TLfDSC7C4A6Jsekyra/Yb6jrFVTnU+k1TcodvTR7Sw+DaQuk4EhuiDLlLHICBoAYb6knU61b1qqTSyzPY8sUpSrioUpSgFKUoBUjA/MYgXJ+WOhOgB3Zso6hrf0k1Hql+OJPjOPBBisc8aysQqk9ANdczA2zbnL6DprVdqzEsreGdriISZL2v4Ou7VuH17g91bovn3/Zxf1TVpxA+UHRJ8HXdFv47/AP5W+TB3csrspKgHLkINixHhKfGNYzSSqVF5o3lpPVH+SnNG8tJ6o/yUBKpUXmjeWk9Uf5Kc0by0nqj/ACUBKpUXmjeWk9Uf5Kc0by0nqj/JQEqlRlwrD9M58xEdvctSBQC9e1Wc0bxD+Jm7qc0fxD+Jm7qAs6VWc0fxD+Jm7qc0fxD+Jm7qAs6VWc0fxD+Jm7qc0fxD+Jm7qAs6VWc0fxD+Jm7qc0fxD+Jm7qAsiarDEN9fKvhcd1Jfh5Twftr3mjeIfxM3dTmjeIfxM3dQHE8o4g238Mb+BgZG0/XlXUfve41e1oxWzimKDuDcpNlYzyS2QmFcgRgAgvY9ZvftrfWyt5ijLP3MUpSrCApSlAKUpQCqKSK229nP40GLX2AWHulq9qJiMGZJocoYuFlClZnhK6wsTdb5gQpFrHie2ozeIslD3I6PFRAyg5QdV13UjHT6407qslqu5o3in8TN3U5o3iH8TN3VhNZZ0qs5o/iH8TN3U5o/iH8TN3UBZ0qs5o/iH8TN3U5o/iH8TN3UBZ0qs5o/iH8TN3U5o/iH8TN3UBZ3pVcmFYEdE8f/AFEx9xFjU9aAypSlAKUpQClKUApSlAK8Ne14aA5zazk4gg2ssS2Ivfps2a/UPmtLdhqPWeLzc4mLkHWMLYWsoXMAdTc3c66cawrZX7UZZ+5ilKVYQFKUoBSlKAVlh776Erb5wg5r8GR81rfS0Fr6VjWEua8ZQgMJorEgsNWynogjqY1GftZKPaOuFe14K9rCaxSlKAUpSgFKUoBSlKAUpSgFKUoBSlKAUpSgFeGlKA5fGxZcRNqTm3T9Ik2JVlsvYLRjTtJrClK21+1GSfuYpSlTIilKUApSlAK0Y9AYnzKrALcqwurBSrZSDoQbUpXEujldo7IV7SlYDYKUpQClKUApSlAKUpQH/9k="/>
          <p:cNvSpPr>
            <a:spLocks noChangeAspect="1" noChangeArrowheads="1"/>
          </p:cNvSpPr>
          <p:nvPr/>
        </p:nvSpPr>
        <p:spPr bwMode="auto">
          <a:xfrm>
            <a:off x="0" y="-754063"/>
            <a:ext cx="2286000" cy="1571626"/>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7652" name="AutoShape 4" descr="data:image/jpeg;base64,/9j/4AAQSkZJRgABAQAAAQABAAD/2wCEAAkGBhQSERQUEBIUFBUVFBUaFhgSFxYVFBcYFhgXGBcUFhQYHSYeFxkjGRQYHy8gIycpLCwsFx4xNTAqNSYsLCkBCQoKDgwOFw8PGi0iHyUpKTUsLSkvNCwpKS81KiksLSwsLCksKikpKSwpKSkpLCkpLCwpLCksLCwsLCwpLCksLP/AABEIAKUA8AMBIgACEQEDEQH/xAAbAAEAAgMBAQAAAAAAAAAAAAAABAUCAwYBB//EAEoQAAIBAgMDBggKCQQABwAAAAECAwARBBIhBRMxBhQiQVHRMlJTYXGRkqEHFSMzQmKBk5TSQ3JzgqKxssHTNESz8BY1VKPC4fH/xAAbAQEAAwADAQAAAAAAAAAAAAAAAgMEAQUGB//EACkRAAICAQQBAwUAAwEAAAAAAAABAgMRBBIhMUEFMlETFGGRsSIjgQb/2gAMAwEAAhEDEQA/APuNK0TY6NDZ5EU9jMoPvNa/jeHy0Xtp30BLpUT43h8tF7ad9PjeHy0Xtp30BLpUT43h8tF7ad9PjeHy0Xtp30BLpUT43h8tF7ad9PjeHy0Xtp30BLpUT43h8tF7ad9eHbEPlovvE76AmVD2lizFGzgAkFQAzZR0mC6tY2Gt+Brz46g8vF94nfVftzaMUkDrHNCW6JAMqKDlZWte+nCozbUW12Co5ScujhEbNzXeEfJrv3csevorEPeR6a5lfhdxFrmLDgkiw+U1HbxrRyh2PiZt0zHZTMXjjskk0jESOqhbW8EEm5GtuFqrdocnp48G+ImOGy5wkRwpnDKRMEbw9Clke3X0vVmhO6UU5xw/POTtdN9rlQknJtnQL8K09vm4PVJ31gPhXnAFo8P/AO7/ADvXLRJq2rWBFum+mg89aMWtl0LDTqd++pb5Hfv0zTqOdp0uJ+GXErwgw5+2Uf3q85H/AAntjBldcKk+ZvkzM6HID4XSjYN26G/mFcDyY2HNi8Lini3TyQS3POd4149zmyIq3GbMOvtq62FyamjxDyINkK0dguZ500kiRwyk6lSsltfdSc7Um4xz8c4POan7fLjFNNH0uLbshazRR5d6sZeObOLuAQQCgv4VXoriNm4lgqpMcOGOISR2jxEZjATLfKGIfXLwI666sbag8vF94nfVtblKKc1h+Ude++CbSog2tD5WP20769+NYvKx+2vfVhwSqVF+NYvKx+2vfT41i8rH7a99ASqVF+NYvKx+2vfT41i8rH7a99ASqVF+NYvKx+2vfT41i8rH7a99ASqVF+NIvKx+2vfUkGgPCgpkHZWVKAx3Y7KZB2CsqUBjkHZTIOysqUBjkHZTdjsrKlAY7sdlQdpYUExnUHOFuumjEZh9uUVYVFx/6P8AapQGv4qXxn9Y7qg7Tkgw4UzTMmY2GpJJ46BVJ+2nKrb/ADWHMts7Gy5uA0JLEddgDp1mw66+TbQ2ycQ28mnDbs8HfoqZCVsxVbRk2sApXwdai5YMt+pVfCWWdryi5SYURxmOZpCuIhYg5hoj5/pKL3KgWGtyKfCBgdzseOM8YzhlPpWwJ+0iqfYU8GIRI2hRpGmgyPcm4WRXbNrZmATMGHEG51Bv0nwsf+Xt+2i/qrjOUbPT7HZZCT+UfNofCb0j+QqPjvA+ypEPhN6R/IVHx3g/ZWbyfQ5ew6/4CvAxv7aL/jqXsba6QSzQySBEiKR3IZmLRRxxAZBwGRAbnjUT4CvAx37aP/jqfykMEEmJvCrSvMHzMGJCvEl3y3sxzLkAOlxroK09RPnuunsnOX5L3Z+0I5yVgnzlRcgIVIB67M4uPRWW1JjAmd8xFz1KvBS3EueOW3218uwm1BG2+inVOCErI1tQXymXL4eubjl4dGr/AGlyoxEsOEkaETx7+OOQxYgxveZ1VUkhS1zbtFrlCNL1zGWTDp9T9XhrDOr2LhmaWV1uSrKnSRTcqgV3KhxlYte479Lndy9i/cr/AJak4RAJJABYDJYDQDo9Q6qm2qRrKndy9i/cr/lpu5exfuV/y1bWpagKndy9i/cr/lpu5exfuV/y1bWpagKndy9i/cr/AJabuXsX7lf8tW1qUBU7uXsX7pf8tWopavbUApSvCaAE1B2htmKEgO13bwUQF5G86xrdiPPaw6yKrtrbaZnaHDmxXSWWwYRki+RFOjS2N9bqosTe4U1+HwypfKNW1cklnc9rudW49f2WFWQrcuSuU1EnPyhmb5uBV4/PyWPpyxB/eRWn43xXbhvRlm/qv/atdKv+lEp+pIlx8opV+cw4bX/byBj6csgQ/YL1Z7P2vFMDu2uV8JWBWRf1kYBl4dYseq9UNasRhg9ibhl8B1OWRP1H4gebUHrB4VCVPwSjZ8nYXqFtOcKYgb9KZQNCRexOpHDhxNQNj7ZbMIZyM5vu3AyrKALkW+jKBqV4EAldLhcuVGHV0hDoXHOYTlBtcqSRfzXGvVas7WOy9PJTfCTgTJh1dbHdt0tL2Vyoz27AQLnqBJ6q+Rvg5GGIQwydMwu53kSkKjuzFLngVFhx6XHqr6KeVuHhkLPs9wUYgNljUJZgNF43vrc6+iqXlJtvDPFvIsFLh7joytdISJFIaM/QAJHV1qp6qrlydfbFSk5Qaz5Ra8hdgTpicM08YQCKSUdJXvZI4ltY3BtMTr6BVv8AC5i0GByF1DtLGVUkBmCsMxUHU2uL27aq+TPLuCYSSKwR4oYIFV7yeCzZ5vkb/JtmS2oJ3XVVDyt28uLdFXdSJKsbrLupVkXVwUVZHICnd66Dj10k4x48ncem6f8A2xUPnJVQzrmbpLxH0l83nqPjZVy+EvDxl762YXD3BNk1t+jFtPt81a8ThOjwUadUY76z+T3km9h1vwF4tBzxC6hzKhC3GYgJqwXiQD11e8vNhyy4mIwJnaSFgekq2MMqOurcdJZNK+Z8idq82xixWjAlfMZWRzLGIkZsqBHHROSxBvxr6HtX4RII4IMSz7wxzdFUV42lR4yum9sMwEgYjN9GtCaf+J4PX05nKMvJ8zk2ZIsRjaGTp4gN0ZYixZYyjKLHhvEJ4eD56ttnbOJ2js2RwFPOHBOlyV3RK3HEK0pF7kXuOo1acnNtYd2Z5MLLiRmbWEmSOJJHZ2D5NC54m9gQoHBTe5k5XYSZ4yuzbsd0qOVw1xmbIi9LXJdT2WAuLXBolh8nUVrbJSm8HdxY0CeVAHY5Y2OVSQAQQOlwvdTp2CpnO/qSeod9UmwcKseLxQVAl0wxYL4BIWUXTzWUdXvq12ltdIQM9yzGyIgzO57FXzcSTYAakgVYbzdzz6j+od9e87+o/qHfXOT4/ES8XECm3Ris8n70zgqPQi/vVHkwQbw3mb9aab+SuBVqqkyDsSOr539ST1Dvrznn1JPUO+uWWBlHyc06eiQuPZmDgjze+psHKGSL/UKHTykKkMoHXJBdjbtZC3nAHDiVckI2Jl5zv6knqHfTnf1JPUO+tkMyuoZCGVgCCpBUg6ggjQgitlqrLCPzv6j+od9SBS1e0Aqr2/tBo4wIyN7I2SO+oBIJZyOsKoZrdeUDrqzrltpTZ8U+ptDGqAdQaX5SQ+c5FiHmzHtqUY7ngjJ4WTVBhwihVvYX4m7EkkszHrZmJYnrJNZ0pW7GDIKUpQClKUBrxOHDqVJK8CGXwkYG6yL9ZTr2cQdCa07Y2u+IwcqpIsOKglhSTosd20jBFmRbg5WV86G54WNyCKlV8e2vtjFYXaOLbMkhL5WDl8rIkiTQiw1XIFCi3awquVTn7eycbFDtlHtbZ9sRiAXkYjETjMxXM2WZhmYhdWJFz5zW/GY2SZs08skr+NKxc/ZfRfsAqVjtiYqSSWURxgSSSy23w0EjmS3g62DWqbtXkbPhYy+ICNmcKnN5WZhZZGY5SFB0A4huAsNa2w1FEI5xlr8GaFNmps2VyXL+TqPghyuMZDvAjyCBktbN0C92UHwrHLf0jtrby65PQQYY5FF43jW6wFFUNrl3lyLdMmw6zXzrD2AWQmca3RwI1sQSL5lsVN/RVtiuUEmIULNLiJAvSPg66BA0gUgMQBa9r6km966fV/Qus+rHv+HpfT9DqKZR3Ywn4ZviaK7eBbS2nm9FR8c8QX6A+y39qxjxacRn1/Vt9lnrVPIjDpCTW9iQutuNiWrGkeslZmOEXvwXbIhmXENJxEyIrbnehQ6WHTHgXJIOtvfXR/CdBHhtnxYYSKWOIRlSwFkVSOjGCbIoAF6+e7Lxxwpc4Z5kaTJe2UjMhvGwW9iwYnwsw1OnXVbjMQzsWLyNIx1aTK7sfOTck1r0qpharZd/08lrdFqLNyjymZwTtGweNmjcWs0bMjj95SDUiYlsHjZJGLuzxlnfVyWyE3IHX/epOwuSmKxIcKsQaMoSZZHUsGzC2Vcy206lBuB21Kbk1OIMRA26zu1rhyVG6sOtbm5U+jTjXZarUU2wUkucr9HmbabNLLZa/jyfS+S+KODgxMmImbEHfpBCCLzyWF4ob3s7EzZRYAALc9dp8MJzNJIQ0r+Gw4WBuIo+sRKb2HWekdTp8a2xygxWIkQLu4cmId48jyaSSZIw7MLXKhbDQaM3bX2tgevUjj1C44kDqF76dVURpcOZLvo2SsUvaeUpSrSsV7f/AL/evKUBjgsVzZ7iwhkazjqjdjYTIOpWYgOOFyrC3Sv1ork5IwwIYAqwIYHgVYEMp9INvtq35N4pmgAdizxs0bMeLGMkBz52UK371ZbYYeUaK5Z4LalKVSWnhrlJPnpz1mY+6OID3CurNcri1y4mcH6W6kXtsybs/wAUPvHbVtPuK7OjylKVrMwpSlAKUpQA18b5bf6/FftP/gtfZbV8Q5W7QWTH4rdrI95XAyoxvkARiBxIzAi/o7a06acYSbk/BRdBzjiK8nXJ82P2R/kKtPhFk6EK9eaVvZVFv65LVyMnKpEbcvDOrgZDmVQAWygE63A1HV11v5WcoOcys0StlUZI7gKSou2YgnQs7E26gFrpZNxUvyzsvQdLZ9w5tYS5/uCrg+YXzhj62ao2yhaVgOuNtOyzITapckRVEUK1goA8HXQXPhdtRsDhJVlDGM5bMD0k4EcbZu0Csp7uSe5cHmM6JuND7j6R/etkbZ4AQPpNa/UQf/u3oJrbisA7cEb1p+ateAwkio6vGwBN1N0PEWIPS01AP2mmRtkpdETByAyKewXHpOnf7qxiXLPIOx2t6Cb6eukeAmWW+Q5LHrS4N78M3/b1njUYS51U2IGbwdGXS/HUEAVLyUc45XTO95ASWnmHjRKfUyfyufXWeMPysn7Sb+uuS2RyrTDTRytm06LgLe6nQ2sbZrE6HzdlTsby0h37BI55MzsVKKOkJbOlgSDezDSrlzBRXhnj/wD0enlK1Sgs5Oei+fH7Zf8AlFfd5fCb9Zv518Bmxe7mvJHKlpSTmQg2Rwzkdth2dor74zAkkagm484OoPqNd5fOM9u1+DqaYSgnuWDylKVmLxSlKAVYcmjriB2TKftMMRPvvUAD/vu/vVhyWW8TydUssjLbxAciG/nVAfQapu6Lauy7pSlZTQeVQ8p4MoTEdUWZZe3cvbM37jKj+hW7av6xdbiuU8PJw1lYOWIryteLwZwpyt/pyfk3PCK/CGQ/RS/gOdAOibWUnaa2QluRkcWmeUpSpnApSvQKA8JHEkAa3JNgAOJJ6gBqT2A1z/8A4cSNcRjyuR8VJhkhUA3VDPF0mA4PK1nOlgAt+ur7AYLnZB/2wIJPVOQb5F7YQRctwewA6Ny3Q7T+af0f3FZbJ54Rorjjk+c/DBydS8GKGhaaKGQeOrOCjekWI84I8UVwGJiyyOATZZHA4cFdgOrXQCvq3wuuOZw6j/W4b+uvmGNgYyyWRyDLJYhWII3j6ggWIqu5uVcf+nf+iuMZXZeMpG2VeghzN7u6t2HX6zfw/lrGSJsi9FvZburbBG3it7Ld1YmmenVle7tfszyfWb+H8ta8unhN/D+Wt+Q+K3qPdWvIbeC3DxWqOGWOyv5X7Isq/Wb+H8tVuLHnPu7qtZYm8V/ZbuquxeGfqjk9h+6pxTMts4fK/Zy21Tx17ezur6x8GfJlH2hM58HCDD7tTr05IEs5P1crW87Dsr5ftPZ0pBywynQ/o37P1a+0/BUw51tHUf7L3YexrXS3FSx8HlPUtspx8m3afJdMbv7KHmwu0JHVHuFkR0iLQMdOjIoBBBtmVb8CKuIpw4DqbhrkXFjxsQV+iwNwR1EEdVWIxGV2fSyu4bpAkoTc2T6pu3oz9tY7S2G2Yy4fLmaxkjYkRy2FswIBMclgBmAIIADA2BWyuzbwdVOG7khUrQMaobI94n8SayMf1TfLIPOjMPRUrdnsPqrUmn0UNYMKUl6Iu/RHa1lHrYgVqw7vNphkzg/pXuIB5w2hmPmTTtZa4ckuwk2eTK0jLDGSHkBuw4xx8Hl8x+it+LG+uRrdbh4FRFVAFVQAoGgAAsAB2AC1RNkbJWBTYl3YgyO1szta2ttAANAo0A0FWFZJy3PJpjHahSlKgTFKUoDXJEG0IuCCCDqCDxBHWKoZ+TTJ/pWAXyUtyg80bjpR+jpL2Ba6KlcptdHDSZyEhkS29w8y+eMb9PXGc/rQV5zgeLN9xib+rd11+WvLVarmVupHJRb1/msPKfPKBh0/jvJ/BU7D8mS+uKYOPJILQnW43hPSl9Bsv1euugAr2oysbJKCRgiW4aV66gixFx2GsqVWTKrbPJ6DExGOaGN1JBswsMw4G66jj1dRNUGyRlghVOgoiTKqlsqi1wq31sAbC+trV0+1x8hLqR8m+qsVYdEkEMNQdOIrnokyqo7FUeyAP7Vop8lNvg270+MfWe+vN4fGPrNY0rQUGW8PafWaCQ+MfWaxpQGe8PjH1mm9bxm9ZrClAbEla46TcR1ntqPyf5O4fD4G8MEUZkVGfJc3IIAuWudLnTtJ7a2XqXgIguDYAk9OTiS1vlToL8Ba2g4VRd0XVdk+WACQZbqLjRRCBrx8IZq24EZS0fUliv6jZrL5rFWHoArTi770Wvbo9UJHrZg3u9Fb4vn3/Zxf1TVmLzfPhlcWdVYdjAMPTY1WNySwpOkIX9mzp7kYCrilAVeH5NYZDdYI79rDOfW1zVkBWVKAUpSgFKUoBSorQyX0ktr4g083GvNxJ5UewO+gJdKibiTyo9gd9NxJ5UewO+gJdKibiTyo9gd9NxJ5UewO+gJdKibiTyo9gd9NxJ5UewO+gJdeVF3EnlR7A760Z5M2XO3Hjuuj7V6Aw5TLfDSC7C4A6Jsekyra/Yb6jrFVTnU+k1TcodvTR7Sw+DaQuk4EhuiDLlLHICBoAYb6knU61b1qqTSyzPY8sUpSrioUpSgFKUoBUjA/MYgXJ+WOhOgB3Zso6hrf0k1Hql+OJPjOPBBisc8aysQqk9ANdczA2zbnL6DprVdqzEsreGdriISZL2v4Ou7VuH17g91bovn3/Zxf1TVpxA+UHRJ8HXdFv47/AP5W+TB3csrspKgHLkINixHhKfGNYzSSqVF5o3lpPVH+SnNG8tJ6o/yUBKpUXmjeWk9Uf5Kc0by0nqj/ACUBKpUXmjeWk9Uf5Kc0by0nqj/JQEqlRlwrD9M58xEdvctSBQC9e1Wc0bxD+Jm7qc0fxD+Jm7qAs6VWc0fxD+Jm7qc0fxD+Jm7qAs6VWc0fxD+Jm7qc0fxD+Jm7qAs6VWc0fxD+Jm7qc0fxD+Jm7qAsiarDEN9fKvhcd1Jfh5Twftr3mjeIfxM3dTmjeIfxM3dQHE8o4g238Mb+BgZG0/XlXUfve41e1oxWzimKDuDcpNlYzyS2QmFcgRgAgvY9ZvftrfWyt5ijLP3MUpSrCApSlAKUpQCqKSK229nP40GLX2AWHulq9qJiMGZJocoYuFlClZnhK6wsTdb5gQpFrHie2ozeIslD3I6PFRAyg5QdV13UjHT6407qslqu5o3in8TN3U5o3iH8TN3VhNZZ0qs5o/iH8TN3U5o/iH8TN3UBZ0qs5o/iH8TN3U5o/iH8TN3UBZ0qs5o/iH8TN3U5o/iH8TN3UBZ3pVcmFYEdE8f/AFEx9xFjU9aAypSlAKUpQClKUApSlAK8Ne14aA5zazk4gg2ssS2Ivfps2a/UPmtLdhqPWeLzc4mLkHWMLYWsoXMAdTc3c66cawrZX7UZZ+5ilKVYQFKUoBSlKAVlh776Erb5wg5r8GR81rfS0Fr6VjWEua8ZQgMJorEgsNWynogjqY1GftZKPaOuFe14K9rCaxSlKAUpSgFKUoBSlKAUpSgFKUoBSlKAUpSgFeGlKA5fGxZcRNqTm3T9Ik2JVlsvYLRjTtJrClK21+1GSfuYpSlTIilKUApSlAK0Y9AYnzKrALcqwurBSrZSDoQbUpXEujldo7IV7SlYDYKUpQClKUApSlAKUpQH/9k="/>
          <p:cNvSpPr>
            <a:spLocks noChangeAspect="1" noChangeArrowheads="1"/>
          </p:cNvSpPr>
          <p:nvPr/>
        </p:nvSpPr>
        <p:spPr bwMode="auto">
          <a:xfrm>
            <a:off x="0" y="-754063"/>
            <a:ext cx="2286000" cy="1571626"/>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7656" name="AutoShape 8" descr="data:image/jpeg;base64,/9j/4AAQSkZJRgABAQAAAQABAAD/2wCEAAkGBhQSEBQUEhIVFRQVFBcVFBUUFhQUFxUUFBUYFRQXFBQXHCYeFxkjGRQVHy8gIycpLCwsFR4yNTAqNSYrLCkBCQoKDgwOGg8PGiokHSQqLCwpLCwpLCwsLCkpLCwsLCwsKSwsLCwsLCwsKSwsLCkpLCksKSwsLCwpLCwsLCwpLP/AABEIAMUBAAMBIgACEQEDEQH/xAAbAAACAwEBAQAAAAAAAAAAAAADBAIFBgABB//EAEkQAAEDAgMDBwULCwUAAwAAAAEAAhEDIQQSMQVBUQYiYXGBkbETIzKhwQczQlJykqKy0eHiFBUWJENTYnOCwvA0Y5PS8SVUhP/EABoBAAIDAQEAAAAAAAAAAAAAAAECAAMEBQb/xAAxEQACAQMDAgUCBQQDAAAAAAAAAQIDESEEEjFBUQUTFCIyYXEVUoGRwSNCcqGx0fD/2gAMAwEAAhEDEQA/ANE5zyHOzHJzt+mUkQd+7XWV7hsbaKmYEaxcGZP+Tu32RNsBlN5ymWVHEEXbkqE2dGhB0JhGxFFloec1xMN1OnV29CwOSXBneBSnWJMl5jeQZmLeKeGM5sb5idLTc2PQk3jmEVGukyZaOOliBbfogzlADXFwPEGYN77h96V8cij/AOVzA4m9z0gG9wIjqTgMgCdNbuPb471StYMwLoBiLEG0RPGJ110R6cgjKYEelPWc06QqX9CFvgQc9nmPRJmIO8EE66p97Ax0GXXEc43HE+pUuy6LpdnaY+CXyCQIAMdOkp1lU7zLd0m2/SdNyDxgdYGsaH5vNuyzNpuYbcDjqvfKuENeOcQSNZAA6DpvSVDM14cRAyxxN94OrexGxIZmBYXAAaWDpI1EX0HYnUr9SHocC0y8i+oNjEG0dB8FJzcrbVJNrHfrABGpSGIqA7pF9PVI1vxuhNc/MGvIu3M0S0RJABM68O0IrJFkt/JNNgCcxjNMZZEOFjrOkd6iMSWVMrhMuAaHk2I0JO+wQ6pLXAueHTBhpa0loaYBAtMxde0qTDUZUfJqtBykuO8RlJ+Eb66X6Fodk+Ri5FAOBeTlggNymI3XB6TMKpx2OgBzCXODo1+DMEgHXUnpspV8c4kwZOaxBBb1ZZvqCkHgeUc64PpEuMwDHozu00tbelnNhuEftI1r5nNOkGWXHXqZsgu2k8Ecx9Rk3c0g30MCQ53Yl2PdGbMCJhw6Zm53jS4TTS0shrIDTBG4gnha156geCqu75A2WJ2i1zoY+4aXNDjoZLSHDdpvUauCe/Ic0SXEy6PS3tgjSxnpSWErU5Jptpgl2YBoG5oaZG+wnjorGviXtefKUyWyco45Ygjf09ivUuvQlrin5PWy53NyxzRzpkNi8kyZuiYVznGHPyC5OW8xoCV7tLFG8wIsIJ3a2MbtepBw9IkcyM0yTckgiCBBsQTp7FW377C9bCe1cTAgE8A4HvBBOv39aXolxY0845gYJuSSbRx016E5tbDQDwDpDXC5MROljGXv6Sp7PxZa1oY28ZiA0S0AlpObqkafcyjd2A0VlPFc8ZnQJuRJ6z7OxDq4txB/iMh0vOggx1kmeroXYsD8obLSBZwBBORpOpPwh9isaeBLucySGwCIEucbugC2WLnX1qKm8pC5EsDtCZaZnKbtc5pgi03kjXpuhV67j6OadLEwLwJ3TcWRMRhnAkyGWIPNv6QLg7gLneTaETGF1DMwFhLgC0zJa0C3ydfWkdMBX+We1pc57mgk75Ejq3+MqAxgqjLmdGshxAtENdxn/wBQX4So8+fqhrZ5upkGXOGbdcDnHhCtqtCmGcxzbgFoJDt+rzOp9qDVuBuOCLKZ5oGhAGUiWkg6g3vE3neVPAYA0MTBktJlufnim83c08LgkE/Yp4VmYATlEX+EO474Gi1ex9nBjQ4kuLruOok6d1hPSraEb8hjdmUxeGzucIIzF1zfq3WM3R8C9tSkczz5Rti084ZhIgceMdISrHDM7W7pBHo2NySBbX2KNCnFR2WDmLY1F3AHTcZ61VGMl9QXD1mAgXuB8K2S+kDeUtTogWGUaQQeA3DdqPUnsfQfTMPAmxE8eu46e9ccDYkZdzoLSCAYmLXsb6qKnJvglhGtRa5nolzgbOdEZTp1WvP3r3AbHaKjXMJDYlzSc0vm+W8i06HuUquGLmiHi1y2+kwIvcboQ9l1CHFhMgEwRwiQItH3BRtxwRFu55A0cCAZlpB3CJuBHXu6VDDVZGp36mRYxv3/AGrx7254gtBEnnEAmxAI3yb9neDMQCPS5xmSTdxknoselUuxLk8RXF5EiNNO2JgIOIxMNIaDMzf4LJjXcJi3Qo08Vd0a6X4uHTc9y9aSA4RLWmXOEcRHWTpv0CKXQNrhaWNggENL4NgJmBYk8Jn1LqVaC2kYJMGS2SNz2tMzmPZoUDCYd0ud6L3N9Inmt7Ab6zHEa7kKljqOHJzVQ51gMouLQbX1joW2nRq1PiiudSFNe6Vi6wGzXMhoq5mGT5J1ufO57QC208UHaQqU6Loimc5zEB9QEE3GZx4QNOGirRyxbcU6bnTe4EGDI1nwQ6nKmu4RkDR/E6fUIW+OhqtWlYzvxGiuMl0zA1yDldAcBzmtc0AtaGk5SSRze+ySq4DEh/OAIbu1trMC06WVXU25XOtSmO0n2oQ2nV312DqaD7Ez8Nb5aK34lDpFlq/B1nw8vOaDlbBjXV3NgEglPCi/0y8O5zoDW5SCDBLgBpYwJ39qzh2nU/8AsN+YFNm1qw0rMPZHgj+GvuhfxKPWL/0ao7KY9gDWkPccxc3mloI3xq3X1J2ls5opta57jAIgt4wdAJsd5Kx9LlPim7mO6ib/AEkdnLN1/KYbrLT93tS+gmlizLY+IUet1+hc7cwLzFSnWcQHtBaWgnTnZSeyyLsvafoh9PyTi4hoIAcW83nBt9QBfS3Sqt3LejUblcCy+8GZ6xKs2bWw+Ia0OcOa3LmB5w0uCDOo0I8FRPS1I5aNMNVRn8ZIZ2zgw+mTBc2NRLnmxiRvjileSuHaZc0kuaL6CbRcESSq/bHKE4KiC5ra3nMtMtdlGUsMF0TezhdUuz+W+Iqvy0KNNhIJ5rSXQ2Jkz0jcitPJ2mwutHdZclrtx9R2KHPIGUTY7wQNebIurmls/wAjT8pnlzQDlbDYBy201gTfVZrBbeqPrg4imJbmYQG84G4iNDe6v9u7R/VgdBzQANS4DQzu1NtwVdRKm8saD3Jsqdt7ScH5bjmyJIsHA3cGmATr3Kqw+HdlebucRMcBOoM2melMYbDycxItzgCSDviCPBM1C4AkTDtQdL7pize1Yp1Lu4BOk9wcIJjW/RfTQf8AqtcPTpupmabSRzc9g4NnQOBBm89iT8kJLpgzYNtpfTd696cw5ECTINzoDMECSDzbeKpjJoiBUKpZlLRmaHXAjNAOtrnt4K5w23xUy2En4kgZZ3m157lTVH9AAgQWxoR09c3UcPBq8z4UAiLOvq7p0v0BNTqOOApieMq1GOEtDcxIseaYdpUOoPO1I4apmhk/LGeTdlY5gDoIOWpTm+oEmTx6JCXr161Ko55b5RoMTzW1RPoyNHRYzA3XRKlSjiHkw6bXbarSyybidZtcEdy1pxWS102so2FN7KkuygvbZwyZ+dcSLzuVZTeGtcbg7tx3S1p4RY6aDgqPZm0cXScW+mwG7jl8oBMkloJzxrxPqVm3GUi03cS6blpBa4cDJgT0b0ZVEI2eYnCl2jWZrNDQc0iJ1N5nf60lhnt8tUa9zw5vwcomdSDMSLcB2J1uKAqMAA0sddRvO93Tuneh0MRmc8c11R7gJMaCwzO3e1UYk+Mij1Wo12UEEu0boSXOsQ2RAMA7rQk8Q5oMFsgXlvpTF5O829SgK8PDspLmlxzTmIGhhvXaeBURWOUWEkgxa8m47L96RpWDcAym1xhoJMDnGQO6JJvGhF9yX2ltajhxlpjytXeTORh6B8J3T60ztrFGlRJYW5jLSdHNmwg/O1v6Kx2Dwjqrw1u868ANSuvoNLBx82efoc7V6ial5cMPuTxm1qlQ895P8IsO4e1Ro0HH0Wd91rKvJulSa0BsmLk3JRaOFA3LrqqrYwjnvTWl7sszdPZdV2phNM2A7eT3rTNwZDcxEDdO8nh60XCUmuMHhu/9VMtRbgsjpF1MwOTfSpt5Nj4yv2r2EvqJDLSwKNvJ8cURuxGq5aPUvA5D1Ehlp4IrGbEal8XsL4pIPWrzyw/z/wBUsTGaBwlCNeVxnQg1YxGL2ZVb0qtfVLTcFp4hb+rTCqMfs1rty206ykYZ0NpRUduPiHRVZvDr/etTyLwDG5sXSY+BmZkHOF4LsojM4aaLHv2E91drKernR0AbyegBfYNjYRtGk2m0QGiB7SemVm1cklaxv0NNt7r4MZXxNJ2JFSk9wfnJcHBwN5zRIEQCULBYF+IqltOXCR1NbNyeiy1e39nNqQBTa6s+RTPomwlxJ4AeIVjsLZQw9IBoBJALz8ImNx3jgFyqsYyeDsU1JL3O5UYnktnqOghsNEC5kkEekN3WhVMDnbB5jmyCB8N0iBrGpnRXmEx81CHGC4iNJECcpbu39yYx2FFVlozbpt39CodGLWA7U+DFfkeUAukAkgmDqHRqJ0sgitEgGd401tw0V1XOWm5rnZXtqZoiXOMSLg2E74VHiGc5wLeoNOa53T9ixVIbVgqaIPqEl1xoZyz6I8SLjsKstg0M9VuhygHcINgJA03dySGFPO0YQAcosXA8YsAQTEFWvI+iWvLnG1h17794709KPvSZIrJSbZ2hQg3AMwJJcXXBnNoQDqOnoQsNSZWOYlpLnANLZDmEANGhEAkQCOldjsYJdpcklxu4zMieH+WSIIAi14knda5kJW7vBfvyWDcRVbu8pu+LUHbo71KDKwN2elYlpEOsZ5zSJ7RIUWbSc0AENcRYG0gaak3/AM60Gq51QkuiCBB+ECN4I07FIxcmSUote4bwLKoqh3lOaPguGkD4MeFt6ew1HyYrBpbDyIe4RFiZAJkROnRvVINuNoGX1RIFpMOBIjdc9olVuM90RmUsGZwiIAMRe0uOlytEKFS/Nit2XGTX4fIxwa0WIFzJJ/iPDTTgVZ4miwUyQ9ge0mOc0S3SYPwhPqXzVnKeo7CVK9NjW06b204c4mXOgwGiBo6VQVuWWJOjmt+S0e2VojpopWk7iXl2PrD8ey3OmBqA4+xe4jadKG5GHMPSdlAntJ0XxeryhxDtaz+wx4JV+Ke70nuPW4la4tRwiryGz7VjNuMOsCPjPYPXJS9DlbRpmXOpHoNQEdwF18blSCbzMWCqCvc+w4r3QKDy7M9sQMoDpAI32ElLs90LDsILCJ3yKhB7B0L5QCVLMUu4sdJPJ9Pfy8pa80Anc2p4IR5f0/jD5j1n9qsDdlYYgCS8Sd9/KH7FlM5TOVhFSiz6fT5e0PhHua/7FN3K/Bv1rOHUKrfAL5bnK4kqKpYD00WfXmcrcHbzw7c/tCaZypwjjJrU9w9KIjhK+K5yvc5Q3E9OkfbPzrh3Hm12AcM7fVKMPJu/aA/NPgV8KdVPFTp4iN6PmW4A9MmfcKWDax2dsZoiTOnQmPLuvzj3ke1fEcJteoHtio9rcwnK5w5siYvwWx5b4+vgMZ5KliKhpmkyo3PleedmBEkcW+tRz3O7F9PbETd7DqufjmmsCQ2mWsJBjNr6Xxte4K4xe0nUnltIGs0NOZo1p9T9/VqvjdD3RK49IU3f0kH1FP4f3S3AyGuYeLHnwIuqpxUm2maIuUUlY3uD2oS81AGTTJlpqCYM82DBJEu6U67ljzY8kQCNZzQIOvb2WXzipy5bUMueZ/iaPFqao8qWkNiObpBHGb71ndCpH45F8y3N0arDbXY2oXPeGEsIYYJOe0Ni9/vCS/OmZ+Yk5rRfTdEQhHaWFq1GNZUFMQM7njLe5OuvVfQINTDAWEOAfAcASDN5A6eCx1YzStJWyG+MBcbi7t5pJMi1zAECY3D2FW2w64IcBuI0EC53CBwVLTrCTIGnNJuN4M3ECOhOcn9psqOyscC6A5wBmOdAnpU09/MTGiU21p55DREki8799utRwtBzmg5BlInOXc0Aak2hE2mRkqRJMk2zcbiO3tWa5S7Qc91LC05AcKcyIzVKkRmFyAJFpsZ4I0qbk7MdqxYbZ5U0qBy02+VdlBz6MvcFs3I3271lsfyprVdXkDg3mj1XUeUbwazsvoiGt+QwBrfogKlfUjUx1rp7dmEVwSeQr6s71CUalgajtKbj/SY79ExT2HWJiA3rcPZJQLbFvjXeT2Xh6dgatSpXdG/4LJ/pLe5ZkFbTbGyDU8m0P5jKTWN5rt0zYgdHcq1vJVs86q7sY1vi4oyYIxeTPZlNrlom8nKI+E89bmDwCJT2LQHpA/PPsS3Xcs2S7P8AYz7QpBq1FPA4cfs2u6zW9hTBw1EC1BnQYeevVyG+PcZUp9jIQulaw0ac+hTA/lU3fWBXjaNKZIp9Qo0UPMj3HWnqviIPbp/+Owwn4luHmz9pWXDVt37RDmBhDXNaea00aJAAtHcgYirSm1JrbaeSpeqyjrQfUZaGul8WZINU20iVpfylu5lPto0f+t0Rrxrkpf8AFSH9qPmR7gelqrmJlzg3cF5+Sngtg2u3eyn/AMdMeAXrX0Z51JnYHDwKnmR7ieRU/KYevh3N1CWK39elhnjKaY7DVH9yW/MGDJ3j+tw8Qjvj3B5NT8rMbQF1vfdUcHs2dW31cIQT/LLD41SgDkvg5kVKjeurTPiwK527g6eKwmGw4qQaBOV8NfLXCMuUEfw3ncmUkI6clymfLsy88otXW9z198lZjo0zMcyY1mC6PWquryPrjTybvkv/AOwCgLWKfyhXCueKaxGw67BzqTuyHfVJSFVpb6QI6wR4oEG2bTeNHHturLD8o30nAGbR0iDfQ7lQt1Te0RLabujKetunqKdNtNMrcFc09blLVrsLGvbBMugAPNojMbxG4R2rV8hNhuo1C59nEZXMtzSHAga3O+3EcV8hpVi0yDBHBfU/c35QVKx8m4k5SCbSOEl2o3DuVbiuY4HysERhHF9TyjaobmMPaSBOabxui031SuL2LlrisXBoa05DJJcS0hp5xm0z2KPKPla578lMnKNJ3Hq47pWdqYxxMkk9ayxlKL3N5NcNM6nydkP1cDhwedmf2x6hC6njGUz5qkGniIBPXFz3qvxL+dvCD5QjemdZs2rw9QLZ20HcI7J8Uu/HO3Ejq5vgkHV3HeUPyxStt9SyFNQeYlvh6gdOaT60A1720R9h0y7MTuSDn3WfN2jrqMNilbkMcSUdmOHxR6/tSMGJm3BTZTnoTXsil0lN4RYtxg3hDq4n4qWqUIEjW3iup0z0IbkFaW0rBm1idSiNcEAtRQqpO5vpx24sO4eud0JTaNU+UIJ3D1gJ7A0ZCDtmgPLHqb9UIU2rkrxbWBWniQN0o4xrfi+tJNoIzaP+WVzmkYlpJzeWMfl4+L6wV35w4COtQp0hvcl61MSl33LVpFDPI75Zx3gKLm8XIdMIsKhyZ0Y0KaWEesY3eSUwyhTMCDdLQnsHTuOsIbmSUIdihqYqHHLzb7iQiU9r1G/Dd2kn1FKY4w99j6R8UrRrjMARaeK3Rwro8/WzLbKxbO2u9wgkHsCEzFQZN+jMQjNos+KVxot+KotQ0M/C0+wLEYmi4f6emDeebr/U0tKrcQxrm5YyiZsSei2b7VbjCt+KlcZQDQ4hugVkdS+LFFTwlJbrlLUwBGjgegy0+u3rWs9zBxbih0wCCSObPRreNVlHVyU5sXaT6Vem5jnNdnaJFrFwBB4grSmnzg4s6dviz2vXms8H944fTKM1nnALxmA16UqGzij/ADz9cqwwwmuz5Y9RlY6jszs6SO+F33sT2g3zjutJv0PUndoHzjuspKv6JVUDo1lyxY1ulHbqJAuFX1RCsyPR+Srp4ObQbk3fpY0OwmeZeek+pqpo161e7HH6u7+r6sKi49Z8VkT9zO3JYRGbI9IWQCEajomlwCn8g1f0B1jxUAVOv6DflKISdC9/I8CNTbKGBdO4Wmlk7IenEscHThoS21ac4g9QPqT2HFkrtD/UnqH1UlJ+4qqvkq2NRMqjSRCrWXR4BlqXq6poperqiLMNSRgEKkmGhUNmk5rFZYNniErTpp7Di3aErZVUeDJbU99qfLd4lVXw29YVttYedqfLd4qpd6Q6x4rpU+Dgav5L7mgpaKRXlPRewsqO210DZ7BJY1sh3V7E0GoeIZY9XsRTyRwvF/YzjqY4KWCp+ep/zGfWC8Ks+S9ZrMdhi8At8swEFucc45bt33IW5M8pOKsxfDN/WP8A9FW3yZM+tN7PHn2fK8Al8Kz9Z0/aVz13I8QndmDz7e0+oqis8v7HQ0Ef6a/y/wCgeM9N3WfFKV/RTeL9IpTE+iq4dDbqMbiuxKs3aj5P2KrqmSOseKtXel2BXz6HM0uXL7o0uzR+rHqcs/C0GDEYb+k+sqhAWKDyzuSXBAhHpCyGWozE8nglNe4nX9FvyvYoNU8Tozr9iG1KW/3BaQkqyotSOEbcqxphUzZcsRHcPoktoH9Zd1f2hPYVswOJA7yldosjF1BwJHc1GlyZZq7a+hU00SVBimFYaEiLkvVCYchVAjcVxD0GpumxCwzLJtoVDZdJkmhN09EsAmW6KtszzMntkeeqfKKp3G46/arnbvv9T5RVK/XtXWpfE4er+RpabeaF6GqVIc0KeVYbnoUjwNUKzbHqRgFCoLIXHSMq4I2AMVqR4VaZ7ntQ3i6JgvfafRUYe54XSPITXI1gm/rNU8PK/XI9qe2U3z3U1xQKDIxFaOB73OBKZ2UPOOP8B9izVnl/Y62hj/Sj92L4gXSeK07U9iNSkcToEKfQt1SxIr3N57R0jxVqRzz2Ktb763rCtI57uz2q+p/Bz9Gufv8AwaXDN/VuwfWVCwWWgp/6cfJHiqKk2wWGL5O5GN2RcF61SqNsotTXwG1pksT8Dt8FBqJivgdqg1HoD+4bwI1VgwJHAjVPtWefJd0H9njnsBsMw8UntIfrdW28/VCYobuzxS2LM4ioev6oTUn0M9vc39P5KpikuavU5qsQKg4KZUDqiBD9AWTLQgUdEdqzsEiYCYbolwmBolZTIyvKD39/WPAKjq6q75Qnz7+seAVHVK69L4o4Ws+RrKI5o6kSF5hxzG9SmAuez0i4PAo1ApqNRAZGWqi56ypYEedp/wAxn1wurjnHrPipYL32n/MZ9YLpo8pUXuZYYe9XEHpj6R+xN7LF3n+FK4VsOxH8wj6Tk3s/Soege1ZKzvKR2dHG1KH6i1YXKQxIVhUKRrNncjTDq1gRw48+zr9itGjnO6wkMLSPl223nwVjSHpfK9iuqPP6GHRxdn/k/wDg0RtQHyR4KoptsFc4j3js/tKqqbbLCuDt0uWDqtshgI9UIbQingeUbyPMZqztUGBFxo5zeo+KjTanbwVRjeQ3ghqnWpTCDVNtWaXJZIcobuxK4g+dqdvgmsPqOseKUxnvr+s+CanyULl/Yr2BcQvWL0hOagLgob0VwUCLprgSyWFFGCDRRgs7K5ckwmNyWCZ3JSqRleUjYrv7PqhUFQrQcpB553Z9ULPVCuxR+JwNdiRssOOY3qRFDC+9t6gpgLmvk9MuDih1CiFQeFBkZrEDnO6yuwQ85T+Wz6wU8S3nu6yuwbfOU/5jPrBdKLweZqx9z/U+nVNs4R2Zj6ZaMxmACJBPxSlsThsFUYRSrNpuMekSwa3kOHtUxtnZdI1GCnTGYuD+YSXGTOZ5uT0yvn22cUxlQihWL6ercwuB8V06kcd6fYp4aMMdZKlba3+5s28iQ8SyvScOIfPgiYf3P3sMy14I3F4v1jrXzdu2HtOjT2KzwXLp9P8AZ/NqOafBGNFLgsn4g6itJ/6Nw3kRV3gE8ZqAb9BdKO5B1gTERrEPN9NexUdP3S6m51Zt91TN6iU+z3UKxFsRUgfGp0z/AGlSUL8olLUNfGaX3LTaOxqophuRwmwcQcpgEG6qqeznBoJiOiSe5Ep+6fUi9Wm75dFvsaExR91B43YUjpZl/uCoWnX1N34lOPFv3KyrhnTZrj/SUv5BwN2O7itTS90YnWjhj1OA/uTmH5eMd6WHpdjp/wA1U9Oh14tLql+5i8XSdLea7Q7jxUabDwPcVvn8sKQMOwY1sQ6x6rL08rMNF8K7sI+xK9PjkaPitn8f9mNwzLJgNWp/SHBEXpVG9RHtQKu2MCfg1fmsPtVMtM+5d+JxlzFlRRFx2JbFN86/rK0NPbezxGZjjHFjge9rlA7TwBdqRmOgpuPZJ+1SOnkhV4hBPhmRC9lbIYjZu8O/4ynG4LAOpmpkIYDd3k+PXdP6eRZ+K0/yswLKJdoJjWBMIb2EOgiD0rc/lWzADAdwMNcLfYhmtssuzRVzcYdPrR9O7A/FoJ5izMUgiBa2jjMB8F9b5gPiEc7RwmuaoSONKmfEKr0sit+KQvhMxoTM2C1B2phXamWmdaNLd0C41RPzpghrQaY3imAO0h11PSS7iPxKP5WfLOUjh5V1+H1Qs69hNwCbxYTc6BfaamLwrnSKUg3gBojouUGrXwrYnDC9/Sp7uPArbThKETBXrQrSzgymEwNTybfNu04EowwFT92/5pV7V5U4Zlm4cf8AIB4BJVuX1MTFBg66hv3BUem+p0V4ouiEm7IrHSk/5pQMTgajLOpuHWCjV/dOgHLSpT8p/j3Kq2l7or3eg2iOnKXHt50I+k7MC8WSfuSK6tgnl55p14FFwey3+UZzT6bd38QSlXlriD6NRrfk0qf9zSvdlbQxWJxDGeVeYe0uMhrQ0OEzlA7t60KlZZZzqmujKT2rn/3c1m23w5/NA5x3DisXtJ2YGREdG9bHaL6znva6g1wzkS0OE3toUptLZPk2gvpgTbmvPqkFWxpuJy5O/Bi3YYkWulqmGcNQVoquABPMzN6DzvsQK1AtiYv2epOmI4MoIUqdSCro4Wdw9SgcA3ez2KJoGxlU8bxodPsUMytxgGQRBv0/ah/mlu5x7QCi2DaytzWRaJTZ2PweO6FE7IduLe9C5NrPG1RKapVuBSZ2XU6O8LvyGqNx7woS7LRuKcPhEdRKlUxj49N9tOc77VU+Sqj4Lu5c11SRLTE8CiuRtzG27Wqh1qr7/wARTLsdUj3x3ziqivScHEgHosVE1H9Pco0ibmXFPbVYftX96YG16xbHlXwdRmMHs0WeD3cFMYp/+BAG4vmbTqDR/qafEItLaD9c3cGj1Qs4MS//AAL0YmpM39alg72We1trVmv5tVwkBJ/pFiP39S+sOie5LYmo9+oNugoHkXfFPcVBdzHvzzXP7ap8932ryptCp+8qR8t32oFPCuyzB6BC8/J3nciHcyRxj/ju+cftQn4lx1c7vKJ+RO3rx2DI1UBdgXVDGqgUY0FE0lAZBLkQtXkKAOZUhXOyNrFlRgA1qMndMuAuqYU07s/CuNWnA/aM+sEsknyNFtPB96ds4ZiZ38OnrWe2nsnytaC/mttEdpvO9erlsXLAd+jrYJzfR+9ZXa/J8vrHzkAGAMvD+pcuST4CuQb+Swj3z6P4kr+jZBtW+h+JcuSyirMe7ueu2K8g+eHzPxKLNhPH7aetn4l6uVdkiOTDjY38Y+b+JCbsZ0++D5h/7LlyVJBbeBtnJ6RPlPo/iUTsK8Z/o/euXJFyM0EHJ/8A3Po/iXv6Pn959H8S5coA79Hz+8+j+JejYJ/efR/EuXKAPfzAf3n0fxL38wf7n0fvXLkQEhsD/c+j969Owv8Ac+j965coKL1tkECBU+j+JLjYTiPfRu/Z9f8AEuXJiEv0dMHzu74n4l4/k2SJFWLxGTq/iXLlCNtBv0chw85a0jLrcDiojkZmPv0f0fiXLkHhBTvyGZ7noOtc/MH/AGR2+5rTP7Y/N/EuXLNKcu5cooZp+5fSP7U/N+9NUvcuozeoT/T965cqnOXctUV2HaPuc4dv/n3pyhySpMc2IsRu6etcuS3Y6wf/2Q=="/>
          <p:cNvSpPr>
            <a:spLocks noChangeAspect="1" noChangeArrowheads="1"/>
          </p:cNvSpPr>
          <p:nvPr/>
        </p:nvSpPr>
        <p:spPr bwMode="auto">
          <a:xfrm>
            <a:off x="0" y="-898525"/>
            <a:ext cx="2438400" cy="1876425"/>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7658" name="Picture 10" descr="http://allonward.ru/d/440774/d/z01-.jpg"/>
          <p:cNvPicPr>
            <a:picLocks noChangeAspect="1" noChangeArrowheads="1"/>
          </p:cNvPicPr>
          <p:nvPr/>
        </p:nvPicPr>
        <p:blipFill>
          <a:blip r:embed="rId2"/>
          <a:srcRect/>
          <a:stretch>
            <a:fillRect/>
          </a:stretch>
        </p:blipFill>
        <p:spPr bwMode="auto">
          <a:xfrm>
            <a:off x="2143108" y="2643182"/>
            <a:ext cx="5162550" cy="3962401"/>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286248" y="357166"/>
            <a:ext cx="4572032" cy="5786478"/>
          </a:xfrm>
        </p:spPr>
        <p:txBody>
          <a:bodyPr>
            <a:normAutofit/>
          </a:bodyPr>
          <a:lstStyle/>
          <a:p>
            <a:r>
              <a:rPr lang="uz-Cyrl-UZ" dirty="0">
                <a:latin typeface="Times New Roman" pitchFamily="18" charset="0"/>
                <a:cs typeface="Times New Roman" pitchFamily="18" charset="0"/>
              </a:rPr>
              <a:t>Diagonal turbinalarda ish gildiragi tashqi va ichki diyametrlarining nisbati 1,1... 2,2 ga teng bo’lib, oqimcha g’ildirak o’qiga o’tkir burchak ostida yo’nalgan bo’ladi. Ular bosimning qiymati 40. . .200 m bo’lgan hollarda </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o’llaniladi.</a:t>
            </a:r>
            <a:endParaRPr lang="ru-RU" dirty="0">
              <a:latin typeface="Times New Roman" pitchFamily="18" charset="0"/>
              <a:cs typeface="Times New Roman" pitchFamily="18" charset="0"/>
            </a:endParaRPr>
          </a:p>
          <a:p>
            <a:endParaRPr lang="ru-RU" dirty="0">
              <a:latin typeface="Times New Roman" pitchFamily="18" charset="0"/>
              <a:cs typeface="Times New Roman" pitchFamily="18" charset="0"/>
            </a:endParaRPr>
          </a:p>
        </p:txBody>
      </p:sp>
      <p:sp>
        <p:nvSpPr>
          <p:cNvPr id="35842" name="AutoShape 2" descr="data:image/jpeg;base64,/9j/4AAQSkZJRgABAQAAAQABAAD/2wCEAAkGBhQSERUUEhQUFBUWGBcWFxgXGBQaGhcaFxgaGBUYFxcXHSYeHRwkGhcXHy8gJCcpLCwsGh4xNTAqNSYrLCkBCQoKDgwOFA8PFykcFBwpKSkpKSkpKSkpKSkpKSkpKSkpKSkpKSkpKSkpKSkpKSkpKSkpKSkpKSkpLCkpKSkpKf/AABEIAOcA2gMBIgACEQEDEQH/xAAcAAAABwEBAAAAAAAAAAAAAAAAAQIDBQYHBAj/xABIEAACAQIDBAYGBQgJBAMAAAABAgADEQQSIQUGMUETIlFhcYEHMpGhsfBCUpLB0RQjM2JyorLxJDRTY3OCwtLhFkNEgxWTs//EABcBAQEBAQAAAAAAAAAAAAAAAAABAgP/xAAaEQEBAQEBAQEAAAAAAAAAAAAAARExAkES/9oADAMBAAIRAxEAPwDTmNvnTuhZobJrfy7okrqfn3Tq5CZjbv8ADu8xEkd0WV0jTr5fPfKhMR32t8mKIiTIqlelZv6EP8Vfg0yNDNc9K39SH+KnwaZEgmPXW/PHbRad1FpH0VnbSlSu2k8uW639WxXhT/1SO3K2RTqmq1VcwRAQvWsS19Tl10tpLLuPs6nWwzgh0zNZipzEhbgC9rW14WmmXRvYf6bs8/4g/dEoGPf87U/bf+Iy+b+4ToqdOuGqM9AnLm0BzfWJA4cBa3ASu7pdFjKtSpVopqfUUlku3E2uTfzgVl2nO7Tp2hTC1XVeAdgPAMQJyVBIOaq0aoHrr+0PiIqtGaPrr4j4yVt6IXhFCJU6RQE0wOGIkCHAWpimjQMUGgKirRCxYMAwsLLBeC8BUF4d4l5YENEEw20EaJ14dolQZibwrcoLSKo/pVrD8kC63zoeduYOvC+o075kqTXvSn/Uf/Yn3zIFnP11vzx20TO6mZwUBJDC08xA7SBLCrFudinGIWmGIWocjgG1xrb2GWPdYOm0K+GWo4pJchVOXs45bdsLGbBo4CpSrIHcqwGUkgFubEsDyvoOFweUnthbsdHXq4k1Sz1iD6hsozXI0OtxYX5TTCT2zsRalFg5dxYmzMxGnDQ6TLt3cQyJimRippjq5dBxtc2tfzmr7TrMtJzmv1TpkI534+GkxyltoUa2IVaF0qkrlNQ2QE30NrnS417YHDVckkk3JuSe86xl5adtbFpJg0qICHzWJOYlg1zrfq6acALyqtIsclYxmkeuviPjHa0Zo+uPEfGZrUehMLULKCVK35G17cr2+EfiEMObYKhQCGRAFoDABFEQEqYeaEBBa8Bat+MVbuEQBrF3+dICjEuIrhEtLEIYcY23z7o4b2/nGzKEjs1098IePfDK3+eyAyCl+lJf6Cf8Sn8Tf7pkCjWbD6UXH5CwuM2embX1te17dkx5Jz9ddPPHbhxJHDGxFuMjqBkhQMpV823VrYjAU8S1S4zWZciWDAkXBAvx185bN36VerQRvyhhcXsEo/7ZVqdULsUA3Oeq3DiOtb/T75c92GtQpqpWwUcQQfjNMGNt7PrdGb4hyLHTLS+5JjG0cNbFBRYlmGpC31PhN82qboQWQDz/ABmIYsXxo6jmzjUKbGxi8WJve52pBKGYlMoc3C8bkDgOVj7ZVnMte/4/PUzcEmmNBy6zWvrKjUMlSOXEGc9I9YeI+MdrGM0fXHiPjM1t6KHDSGRG8NXDqCpuOF/Ds+eUem2BiAiHaC0A7QQAQQEm3z7oYiSPnSKBgHDgvCvAcBuNI2TrraOQmliEA8YkiKyxLShAgEMkecElFO9JtNPyIswOjoLiwNsw0uQdLgeyZJTSmeVT7Sf7JrvpR/qDft0/4pjtKrac71088Xal6NcT0XSCkeNsnTU8+vA+pl/ev3Rqnu06h89KorLYAdJSNzexFwvIXPlLTh/TFTFMD8me4t/3FtoO3LfjOPae187V2GmqvbjbMQeP+aaiVzbG2ZUNRKF2CPbNfIwBZbnqHQ24Xi9nYYDM/R1aXRlDUVlYKyOSCQrDQgjlxvEUsZ+dXWxIQjzQSWrYhmw/WJYHCUcxOY/+Q+pfhe1zY/VlZFv3slEp0Vp3Vqrqtz38bd9u2RVHd+mGrLRpVFFJKh6QpfO1McC7KQLnsll9IXq4MjrMKy5QARfTx18pE7ZrMqqCSOvizYhhexRl6p5WsQe+BXRshmILBrlgPWXhzN7co9hN0qtckUqdwLXJqoNDwNst45R2jcA9jqPb/KSey97DhErOED9anTsWy8RUN72P1RAgt6dynwa53UOhIGZaluswJtlKX5HXhKzSanmHUbiPp9/7Et2+HpC/LaXRdCKYDK18+Y9UEWtlHbKXSPWHiPjM1uPRKcAPkRWaNqdIqaYOKYcZqYgKCWIAHEkgAd5J0HmZAY30h4OmbdLnP6gd/eAFPk0Cy2hkSoU/SdhCeNUeNLT91yfdJjZu9WGxBApVkYn6NyreSuFY+CgwYlYBCB/D/iAQFws3zaGIcBanx84IRMgt6d7KeDp3brO18iA2LW4kn6KA6E8SdBqCVCad+I5gXsLm3ebcpG1tuYdTY16IPYa1H4F9Jje2958RiielqHJfSmvVQeCDie83PfIYkxq/l6Iw2IV1zIVYdqlWH2lJHvi7zz3gtoVKTZ6TtTYfSUlT7R8JpG5/pF6VhRxVg50WoLAMeQYcFY8iND2A6maYkfSTRLYFgoJJenYDUklwNB5yF2LsejTwSF8MnSs1OnW6VXzdbFFDxIK9TIQVt4mWOrj26QkgGzEhWBsCrdU5eTC1+0GM7WxLOtQsdVq01HDQLjWpj90CMJUAmOwtKstAbOAs1XN0gpsxVhmpMHZb2trY6gWGpjm2KdBqFR6NKpTfIgYFsyGzqLgnW/AXsNBwvIbbe9uLrivS6dw2Hq1HUIQmekpKsOpY3QDNbmpcn1BK0Nv4jnXr/wD21P8AdJq4t2FwFRq9LLTcgpS1Ctb9GPpWtLalBhs0JVQoQoUg6FgG6txx4MdDzvMvobyYoCwxFcDsFWqB36ZppWzapbZYZiSSiEk9xtr7JrUsP7+0wrYPj+mA1JNtOXYYzvds+tVNMpTZlWjVuwsbkqAAba3si8ePKdHpG/8AEP8Afr8JXvSVjHpmiabsh7VYqfUUcQewkeZhENR2fUVetTqA9IhsUYG2utiO6WfCYqnQBAwT1GuWctfrGxGgKlfpG1+F+POZtidqVmN2q1GPaXcn3mFhnq1GVFZyzEADMeJ7TfQd/KTWsaTsSomLytVwKoyBFFRkAUuailrU8oUXW5DEacByEgN7Nmmo6VadA3D12r1ESym1cqpbKAtwFNzx6wvJLdHeOrXxBoms9SjSp0wuY6MVr0Vz2PC4ZrDkpA5SdweJYBxcFc1TqsAy64isp0YEcFX2R03KsiCQm829NPBpc9Z2vkQGxbtJ7FHNvIa3ysJtYYenUdycirmOvO9gq3+k3Ae3gDbJ9sbTfEVWqPxY8Beyj6Kr3AWEakh3bO8NbEteq9wPVUaKv7K8PPieZMjCLxSpFinI0SqwwsWKccyQLNu1v/VoFUrFqtLQam7oP1GPrAfUbTsK8ZqeBxy1UDowZWFwRwI7RfXtBB1BBBmDFJadwd4TQrCi5/N1Dpc6JUOgbuDaK3kfoiVLGtLDiEe4vFXlZFiKgVSWOUAEsdOqAMzN5AE+Uwzbe02xVd6raZjZV+og0RB4D2m55zXN9KpXBVyOdMj7TIh9zGY/TpSVY5WoxBwslEw2seODjDUI+FjRp2kxVSxnBWEmLKtWzd66q0ENWmtYagMSyvZSQAWFw1gLXIJ75L4zbuZKR6MKMSQ5GYnKwxBqnW2t28NJF7LwoOz6Z76n8ZjmL0p4Dz//AEaaZdiVMIGpVzg16SqXfMKtc2fQm65gCDmII0Fu7SVjeAYZHQ0sNTFJ0BUipiSLjSopzMCCrG1rcMp+lJ9UvSwnjUHuWQuHwnTqMPzqEmkTyqjRRfkHByHxU/RkxZTGxcZQNVVfC02DELrUxAtfmLVJo2Hrq+zcyU1pA01OVSxA9U6ZiTzmfbD3WrCvTNTowiupcivhzlUG7HRydBflLvsvZL06pwRru9I0tCVQZdV4W1OgtqecQru9JC9TCn+/T4GcW+r0wlLpKFOqcrt1zUHqUnZQMjLzUX+TJX0g4S2HRiSejcOB2lQZTMHUfH0q1arUYdGKiU6ZZQgNRGRRmIFtWsLyoqlXaVMkkYaiO7NibDu/Sy07qvRyXqYSjeoXVDevcoFIqXJqaA2Kg6/TEg8JujVeoFZqSrqzlatFyqqCXIVXJJAB0txk7sytmqUiBlANRVX6qqrKi+Sga8+MkatTex1pKVajhqNFnz3ZOkJtSfMB1nOhKLeRB3oemlhRpMWerq3SadbPbqsL9ao3tk5spP0XjiR/GZV1o5mA/vanvy/hKy4N7MZWqCl0hAU5iEUZVBFhe3M68SSe+QASW/fuiFGHH6r/ABSVQSNTgkpRYpRxBr7I8qQaappFdFedFOnp7fjFijCa4TTjZSd3R6e34mNPSg1sW7e0DXw9OodSygt+0Lq583Vz5yVlW9Hh/oa9zPbwzsfiTLTeWJXDt/BdNQqUxqWUqB3nVf3wkymlhJstWncESgb2bGNFmrKLoxu9voMeduSsefIkj6twgVogEez8Ph74jE1AJz18dpblI2vjrwDxFbWcbtG6la879ibGqYqqKdMd7ufVRb2zN8AOJNgJm1uRa93rtgFCgsc1SwAJPG/AeMPaOHcUcHmR1Kk5gVYFQarWLXGl++WHD4YUKYoUgUpgGwB6zG5BaoRxYkHQaDgNI9tHC1WVgqqFNUFmZiuUI1CpcC2o6rAysfVXoYhQmFVmVStSoGBZQV0HrA6jznFsqqi18K2ZdKoOhH11tzndvNu22MxSVFIAZCGa1yTTew8T0b0uPZO7A7imkUyU782qEgsLclHLxAlE1U3HQBi71GXlTACKdfplWzN4XA7pJ4LZLCr0zVGd7W9Smth2CxvJnLmp37Rr3H+cbopl46j4fPz2QIPfKsXolSCB2gp8CCJmOF2stEPRsr0qnrISq3sbg5qdMMCCBqDNS3s2otKmQUDAjgbkHuPzeZh/0+uJbpMLc29ekTd1/Yb6a/vDsPEqLbszYqJh6mIDuB0T2DlGChlI/SWUka8xIXYlekGpZqtMWape7oLXD2vr4Sw7dvTwaKozIyhKlNi1mUi+hBzIQRyNu0GZ/iNjI6s2HL3UFmpPYsAOLI62Dgc+qpA5GCNC2XjKbdHkdHyvWzZSGyhwwUnLwBJAHaSJC7N2dVZiVpVCBVfgrHsB4DtFoe5BNPDgAqGqu7AMSA2XItMEqCbZlqAaHUmWFtm1VQlluSGclMxALV6tQi9gdA44gQKj6S2scOLW0qXHmkpqtNO2tsc42jkaxdQ3ROx1RhlJUt/ZtcAjkbNyN8trUmRirAqykhgdCCDYg94MzWpx1U3nbTfSRKVJ2Uql4KlcMs6WpC1+yR9CrO6lUuQOzj9w++aZIOHsJy1aclmIjux9kdPWC2ui9Z+8cl8WOntPIwLtuhhOjw1MHQ5QT4uTU+DgeUnY1h0sPj9/vj9oCyI1UoBgQeBFuXMaix0II0sdD2R8RNoFF216NadQlqLmkewDMnkL5lHgWHcJWK3oxxV9Gokdt6o9xpzYbRtkg1mOzfRUbg16un1aYI/fqAW+wZetl7IpYdBTpKEHGw5ngWJOrHlc37NBpJJhCKeUYaZOHW4awuOdtb8ePLnFEX43PHiSdPwihe3f884RsOOnjAruJxD0C7Bc4pfnLBQMyW/OC6i2bJ1rnnSHbJKlvJRq0s9Bs3Mj6S/tLxHjw74jbVIgo62BBtYkAHmL3IHI+2ZTiaHQYmoi3GR2CkHULe6aj9UiBqWztuPWqZPVblUFu2wFRCQGBJAuLNqOMl3r1CpDLlqLxA9U/rITy7jqOB5E5xspixzEkm97k3N+25mi4DaJqU8r+sBx+sPxgVbeDeFMvRYlSUbS4IDL+sp1se4gg90it2NgPSr9JSqJVofXBAsD9GonFT7ja4JnBvfhGqYgIoJJNgJLY2gKFBaKaWFnYcWJ4rf6t+Xb4QJXaeOpF+irsBfWm5Otjyqr8G49t+Mr3/wr08bSyWPXW5B0sbXv3FTp25ha95Wsc5vJHc2iXrs2b9HTZhdgBe4ppqTbQvcd4EC+7H2dlfKARTpAKgI4n62vaczeLSbyaG/z26Tl2NhclFe09Y+fDXwtO20BpKCrwUDwAHwlO333G/KL1qNhVtqDoKgGg1OgcDQE6EWBsRc3ZR2RzLBHnKrSZGKsCpU2IIsQRxBB4GLpVpue2t06GK/SoCeAYXDAcgGGtuGhuB2SnYz0RC96VZgOx0DfvKy/wzOVvYpNKvO2libSxU/RTVB1r0wO5HPxt8ZN7O9GlJLGqz1T2GyL9lCSftjwlS4q2ysHUxDZaY0FszH1V8T29gFyeQmkbE2OtFAB4km1yebG3PkBwA011J7cJs5KYCooUDgAAAO2wGg+/nedNpWQCxUICHYwHTCtCSKMBAhNFiIfygIMIQyICO+3zrARr88onL4/P8rx0iJMCO2wl6RvpYrra9tQOEyzegAYxrG91pG//qQX901rH4UuhUG17a+BB18hMk3qFsY6n6Ipr7KayUiU2G3CXfBHQSh7CbhL5s/hKE1Nnr0vS2Ga1h3dpEhNtU+MtNRdJW9uDjKig7Q4mTO5CjLiLki4pC4F+btwuOaiQ20+Jk16PcL0r1kzZeqrXtf1SR2j60y01OgtlUDkB8IcFNbKB2AX8oLyoMRcRFrAMQ7AfPthgQGALQQEwQCvBBeEIB5YcIGD55QHT2QrxVom0AvhEkRdokwEsYkiHaERAGaJvwgeJvATWOhsL92mvdrpMY3nq3xtY6+sOPEdVdDNlrVQoJJsALk9gmK7xvfGVz21G9nL3SVYlNh8eftMvWzkFhx+034yg7Fq2t+Bl72XW0HH2N+EqJVqQtz+034yvbapC3P2t+MsPS6cD9lvwkJtjgdD7G/CVGd7VXUyZ9GlYrinsCb0yLf5l1PcJG7Xp6nj7DO/0c11TG3Y2HRuP4Zlr41kHlCMO0QZUKBilMaQxwL2QFgw2PyYAsSQQO3SAqEYFEGbWARMUDE8Pn8YIBmHE3is0B0rrANRxiyIWXygIMSY6Y2YDZhRWXuhZfHTv+bwEMPnz+HCFFkRBHj7IHLtBb03HarfAzF94FtiqnflPtRTNvdbg356TGN6ktifFEPsGX/TJVh3Yzay+7IfQTO9lvYiXrZFbQXNpYizpwkdtKlcTtov2An3fGNYymSOQ98IzrbdDUyP2BUy4lO8lftAr8SJYdvYTjx+fCVNavR1Fb6rBvYb/dFWNxoVcyK3aAfaId/nWcux6l6Qt9ElfIG49xE62gAQ1iVjggOKYDErFZYCRAIZEKAIIS9/uhiAIeWcuL2pTpAlmAtxNwAPEnQSDb0g4W/r+5/9sC3hYm2sUw9/8om/KAcbdfnsjlvZCaA0REmLPgO6Ew+f+YDR+RpDEUIQEBFtZku/WBZaociwF6Z7iGZlv4q2ngZrhlT3rw6VmameGUKTzvfMD4g29kEZpg6usuuwq40lFag1NyjaMpIP4juI1li2Ni7WiLWl4V9BHKyXkPs7HiwvJhSW7h2c/by8vbDKubbwl76XPzx7JQNqYQhprOKwwIsJTtvbKhXVuDt+69G51UBdeYGlNvL1T/ll3YdsxQM9GoHQ2YfJB7QZou7G9iVUCtoQNRxK/eV7Dy4GBZrRYiEIIuDcHmNR7opYDmaET2QCIq1wouxA+eQ5wFZtIljob6Dxt75X9s77UaOgN2HLifsjh5kSl7U31r1jZOoOROrfDKPIecDQdpbzUaAu7Duvz8BxPkJStr+kd30oLp9ZvuUH4nyldp7Oeo2ZiWJ4k3JPiTJfB7u90CEr1Ktdr1GZzyvwHgBoPKOjZDdkueC2CAeHIffJMbIHZGGrkEA+fnsEBWLIhZfH+WsKRY91tf8Ajl4xFSORBEIaJgiiIm4hREeMSVjhETeAxVqhVLG9gL28JVcUgsGzXZiSwtwN+2WytQDrZhcHiPA3nL/8LRBv0a+zhCM03u2QSorhSCB1tPWXkwPO3wPdIDBYkibdjsCtRbML24HmD/KZ1vJuM1Ml6IGv0R6p/Z7D3cOyFK2TtK0tuB2gCJldDFlDZrgjQg6EHvBk9gdt5bawy0V6otI/F4LNcnj8PCRmA2wCbk6/DukvTxYIhVR2tsTibSs18CyG4uCNQRoR4ETUKyBtPb90jcXsVW5QKrs3fSvR0brjtvlPnoQfG1++T2G9Ji/TVge9Qfep+6cVXdm5OkY/6W4wO7GeklibUkY+NlH+o+8SCxm2cTXvdioPELcX8WPWPttJzD7rDsklhdhqB5QKfhdgMeUnsHu12iWRMKqr5ToNZRCIyjsUC3nJGlgwI1W2iotr2/CcGI2+BeFTNwD5D4mD8qEp2L3m10MjzvL3wNkYwXgYQoUAIhhrFiNkwgmiAO3ygLcrfD2Q5KocYRMOJIgFeCwPz2QWggBhOeogINwLHjf57I+Y0698qKnvPuWtYZ0uG5EC7Du/WHcdeyUXE7vYikT1c9vqXJ+ybN7ps7LfSc2Pwwam1wDYG2mo00t2QMcw+0WU2NxbkeXlJjC7w25ywY3A0qi9dQ7X+lbh3MOsDI2r6PiRmpl1BAIF1bj3EhveYHRhdvd/jO5NsL2ytVtz8SnAqfHOvxFvfOV8Bil/7bHl1Sp/hMaLnS2ktvHX2xT7SSx15GUno8T/AGVT2GJKYr+yqewwYvR2wo5zjfbwA4ypfk2KP0CPEqPiZ1YPdfEVeY/yhnPusv70aYlcTvILcZG4nefvkzgvRxfWoWP7TBR7Euf3pP4LcuhT1yi/cov9prtAz5cZXq+ojnvsbfaOnvjtPd7EVCAWVb8gSzexdPfNLq7KQIcqAtY2ubm9rcWkfgtmVFqKxWwB16wgVvBejknWozHxIUexbn3yVHo7ofVX2VP98tmWKtA7yt4Amv3wQSKGSNtBBFCGEIpDggIOkK8EEAXgEEEAERswQQFWiSO3np+MEEqOdsEn1F+ysdy8h/x4QQQDtEthlb1lU+IBggkUgbPp/wBmn2V/CEdnU7H80nA/RWCCBXtn4W1VCV+kOOX8ZbQnZBBABhMIIICSIkiHBAMQQoIH/9k="/>
          <p:cNvSpPr>
            <a:spLocks noChangeAspect="1" noChangeArrowheads="1"/>
          </p:cNvSpPr>
          <p:nvPr/>
        </p:nvSpPr>
        <p:spPr bwMode="auto">
          <a:xfrm>
            <a:off x="0" y="-1050925"/>
            <a:ext cx="2076450" cy="2200275"/>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5844" name="AutoShape 4" descr="data:image/jpeg;base64,/9j/4AAQSkZJRgABAQAAAQABAAD/2wCEAAkGBhQSERUUEhQUFBUWGBcWFxgXGBQaGhcaFxgaGBUYFxcXHSYeHRwkGhcXHy8gJCcpLCwsGh4xNTAqNSYrLCkBCQoKDgwOFA8PFykcFBwpKSkpKSkpKSkpKSkpKSkpKSkpKSkpKSkpKSkpKSkpKSkpKSkpKSkpKSkpLCkpKSkpKf/AABEIAOcA2gMBIgACEQEDEQH/xAAcAAAABwEBAAAAAAAAAAAAAAAAAQIDBQYHBAj/xABIEAACAQIDBAYGBQgJBAMAAAABAgADEQQSIQUGMUETIlFhcYEHMpGhsfBCUpLB0RQjM2JyorLxJDRTY3OCwtLhFkNEgxWTs//EABcBAQEBAQAAAAAAAAAAAAAAAAABAgP/xAAaEQEBAQEBAQEAAAAAAAAAAAAAARExAkES/9oADAMBAAIRAxEAPwDTmNvnTuhZobJrfy7okrqfn3Tq5CZjbv8ADu8xEkd0WV0jTr5fPfKhMR32t8mKIiTIqlelZv6EP8Vfg0yNDNc9K39SH+KnwaZEgmPXW/PHbRad1FpH0VnbSlSu2k8uW639WxXhT/1SO3K2RTqmq1VcwRAQvWsS19Tl10tpLLuPs6nWwzgh0zNZipzEhbgC9rW14WmmXRvYf6bs8/4g/dEoGPf87U/bf+Iy+b+4ToqdOuGqM9AnLm0BzfWJA4cBa3ASu7pdFjKtSpVopqfUUlku3E2uTfzgVl2nO7Tp2hTC1XVeAdgPAMQJyVBIOaq0aoHrr+0PiIqtGaPrr4j4yVt6IXhFCJU6RQE0wOGIkCHAWpimjQMUGgKirRCxYMAwsLLBeC8BUF4d4l5YENEEw20EaJ14dolQZibwrcoLSKo/pVrD8kC63zoeduYOvC+o075kqTXvSn/Uf/Yn3zIFnP11vzx20TO6mZwUBJDC08xA7SBLCrFudinGIWmGIWocjgG1xrb2GWPdYOm0K+GWo4pJchVOXs45bdsLGbBo4CpSrIHcqwGUkgFubEsDyvoOFweUnthbsdHXq4k1Sz1iD6hsozXI0OtxYX5TTCT2zsRalFg5dxYmzMxGnDQ6TLt3cQyJimRippjq5dBxtc2tfzmr7TrMtJzmv1TpkI534+GkxyltoUa2IVaF0qkrlNQ2QE30NrnS417YHDVckkk3JuSe86xl5adtbFpJg0qICHzWJOYlg1zrfq6acALyqtIsclYxmkeuviPjHa0Zo+uPEfGZrUehMLULKCVK35G17cr2+EfiEMObYKhQCGRAFoDABFEQEqYeaEBBa8Bat+MVbuEQBrF3+dICjEuIrhEtLEIYcY23z7o4b2/nGzKEjs1098IePfDK3+eyAyCl+lJf6Cf8Sn8Tf7pkCjWbD6UXH5CwuM2embX1te17dkx5Jz9ddPPHbhxJHDGxFuMjqBkhQMpV823VrYjAU8S1S4zWZciWDAkXBAvx185bN36VerQRvyhhcXsEo/7ZVqdULsUA3Oeq3DiOtb/T75c92GtQpqpWwUcQQfjNMGNt7PrdGb4hyLHTLS+5JjG0cNbFBRYlmGpC31PhN82qboQWQDz/ABmIYsXxo6jmzjUKbGxi8WJve52pBKGYlMoc3C8bkDgOVj7ZVnMte/4/PUzcEmmNBy6zWvrKjUMlSOXEGc9I9YeI+MdrGM0fXHiPjM1t6KHDSGRG8NXDqCpuOF/Ds+eUem2BiAiHaC0A7QQAQQEm3z7oYiSPnSKBgHDgvCvAcBuNI2TrraOQmliEA8YkiKyxLShAgEMkecElFO9JtNPyIswOjoLiwNsw0uQdLgeyZJTSmeVT7Sf7JrvpR/qDft0/4pjtKrac71088Xal6NcT0XSCkeNsnTU8+vA+pl/ev3Rqnu06h89KorLYAdJSNzexFwvIXPlLTh/TFTFMD8me4t/3FtoO3LfjOPae187V2GmqvbjbMQeP+aaiVzbG2ZUNRKF2CPbNfIwBZbnqHQ24Xi9nYYDM/R1aXRlDUVlYKyOSCQrDQgjlxvEUsZ+dXWxIQjzQSWrYhmw/WJYHCUcxOY/+Q+pfhe1zY/VlZFv3slEp0Vp3Vqrqtz38bd9u2RVHd+mGrLRpVFFJKh6QpfO1McC7KQLnsll9IXq4MjrMKy5QARfTx18pE7ZrMqqCSOvizYhhexRl6p5WsQe+BXRshmILBrlgPWXhzN7co9hN0qtckUqdwLXJqoNDwNst45R2jcA9jqPb/KSey97DhErOED9anTsWy8RUN72P1RAgt6dynwa53UOhIGZaluswJtlKX5HXhKzSanmHUbiPp9/7Et2+HpC/LaXRdCKYDK18+Y9UEWtlHbKXSPWHiPjM1uPRKcAPkRWaNqdIqaYOKYcZqYgKCWIAHEkgAd5J0HmZAY30h4OmbdLnP6gd/eAFPk0Cy2hkSoU/SdhCeNUeNLT91yfdJjZu9WGxBApVkYn6NyreSuFY+CgwYlYBCB/D/iAQFws3zaGIcBanx84IRMgt6d7KeDp3brO18iA2LW4kn6KA6E8SdBqCVCad+I5gXsLm3ebcpG1tuYdTY16IPYa1H4F9Jje2958RiielqHJfSmvVQeCDie83PfIYkxq/l6Iw2IV1zIVYdqlWH2lJHvi7zz3gtoVKTZ6TtTYfSUlT7R8JpG5/pF6VhRxVg50WoLAMeQYcFY8iND2A6maYkfSTRLYFgoJJenYDUklwNB5yF2LsejTwSF8MnSs1OnW6VXzdbFFDxIK9TIQVt4mWOrj26QkgGzEhWBsCrdU5eTC1+0GM7WxLOtQsdVq01HDQLjWpj90CMJUAmOwtKstAbOAs1XN0gpsxVhmpMHZb2trY6gWGpjm2KdBqFR6NKpTfIgYFsyGzqLgnW/AXsNBwvIbbe9uLrivS6dw2Hq1HUIQmekpKsOpY3QDNbmpcn1BK0Nv4jnXr/wD21P8AdJq4t2FwFRq9LLTcgpS1Ctb9GPpWtLalBhs0JVQoQoUg6FgG6txx4MdDzvMvobyYoCwxFcDsFWqB36ZppWzapbZYZiSSiEk9xtr7JrUsP7+0wrYPj+mA1JNtOXYYzvds+tVNMpTZlWjVuwsbkqAAba3si8ePKdHpG/8AEP8Afr8JXvSVjHpmiabsh7VYqfUUcQewkeZhENR2fUVetTqA9IhsUYG2utiO6WfCYqnQBAwT1GuWctfrGxGgKlfpG1+F+POZtidqVmN2q1GPaXcn3mFhnq1GVFZyzEADMeJ7TfQd/KTWsaTsSomLytVwKoyBFFRkAUuailrU8oUXW5DEacByEgN7Nmmo6VadA3D12r1ESym1cqpbKAtwFNzx6wvJLdHeOrXxBoms9SjSp0wuY6MVr0Vz2PC4ZrDkpA5SdweJYBxcFc1TqsAy64isp0YEcFX2R03KsiCQm829NPBpc9Z2vkQGxbtJ7FHNvIa3ysJtYYenUdycirmOvO9gq3+k3Ae3gDbJ9sbTfEVWqPxY8Beyj6Kr3AWEakh3bO8NbEteq9wPVUaKv7K8PPieZMjCLxSpFinI0SqwwsWKccyQLNu1v/VoFUrFqtLQam7oP1GPrAfUbTsK8ZqeBxy1UDowZWFwRwI7RfXtBB1BBBmDFJadwd4TQrCi5/N1Dpc6JUOgbuDaK3kfoiVLGtLDiEe4vFXlZFiKgVSWOUAEsdOqAMzN5AE+Uwzbe02xVd6raZjZV+og0RB4D2m55zXN9KpXBVyOdMj7TIh9zGY/TpSVY5WoxBwslEw2seODjDUI+FjRp2kxVSxnBWEmLKtWzd66q0ENWmtYagMSyvZSQAWFw1gLXIJ75L4zbuZKR6MKMSQ5GYnKwxBqnW2t28NJF7LwoOz6Z76n8ZjmL0p4Dz//AEaaZdiVMIGpVzg16SqXfMKtc2fQm65gCDmII0Fu7SVjeAYZHQ0sNTFJ0BUipiSLjSopzMCCrG1rcMp+lJ9UvSwnjUHuWQuHwnTqMPzqEmkTyqjRRfkHByHxU/RkxZTGxcZQNVVfC02DELrUxAtfmLVJo2Hrq+zcyU1pA01OVSxA9U6ZiTzmfbD3WrCvTNTowiupcivhzlUG7HRydBflLvsvZL06pwRru9I0tCVQZdV4W1OgtqecQru9JC9TCn+/T4GcW+r0wlLpKFOqcrt1zUHqUnZQMjLzUX+TJX0g4S2HRiSejcOB2lQZTMHUfH0q1arUYdGKiU6ZZQgNRGRRmIFtWsLyoqlXaVMkkYaiO7NibDu/Sy07qvRyXqYSjeoXVDevcoFIqXJqaA2Kg6/TEg8JujVeoFZqSrqzlatFyqqCXIVXJJAB0txk7sytmqUiBlANRVX6qqrKi+Sga8+MkatTex1pKVajhqNFnz3ZOkJtSfMB1nOhKLeRB3oemlhRpMWerq3SadbPbqsL9ao3tk5spP0XjiR/GZV1o5mA/vanvy/hKy4N7MZWqCl0hAU5iEUZVBFhe3M68SSe+QASW/fuiFGHH6r/ABSVQSNTgkpRYpRxBr7I8qQaappFdFedFOnp7fjFijCa4TTjZSd3R6e34mNPSg1sW7e0DXw9OodSygt+0Lq583Vz5yVlW9Hh/oa9zPbwzsfiTLTeWJXDt/BdNQqUxqWUqB3nVf3wkymlhJstWncESgb2bGNFmrKLoxu9voMeduSsefIkj6twgVogEez8Ph74jE1AJz18dpblI2vjrwDxFbWcbtG6la879ibGqYqqKdMd7ufVRb2zN8AOJNgJm1uRa93rtgFCgsc1SwAJPG/AeMPaOHcUcHmR1Kk5gVYFQarWLXGl++WHD4YUKYoUgUpgGwB6zG5BaoRxYkHQaDgNI9tHC1WVgqqFNUFmZiuUI1CpcC2o6rAysfVXoYhQmFVmVStSoGBZQV0HrA6jznFsqqi18K2ZdKoOhH11tzndvNu22MxSVFIAZCGa1yTTew8T0b0uPZO7A7imkUyU782qEgsLclHLxAlE1U3HQBi71GXlTACKdfplWzN4XA7pJ4LZLCr0zVGd7W9Smth2CxvJnLmp37Rr3H+cbopl46j4fPz2QIPfKsXolSCB2gp8CCJmOF2stEPRsr0qnrISq3sbg5qdMMCCBqDNS3s2otKmQUDAjgbkHuPzeZh/0+uJbpMLc29ekTd1/Yb6a/vDsPEqLbszYqJh6mIDuB0T2DlGChlI/SWUka8xIXYlekGpZqtMWape7oLXD2vr4Sw7dvTwaKozIyhKlNi1mUi+hBzIQRyNu0GZ/iNjI6s2HL3UFmpPYsAOLI62Dgc+qpA5GCNC2XjKbdHkdHyvWzZSGyhwwUnLwBJAHaSJC7N2dVZiVpVCBVfgrHsB4DtFoe5BNPDgAqGqu7AMSA2XItMEqCbZlqAaHUmWFtm1VQlluSGclMxALV6tQi9gdA44gQKj6S2scOLW0qXHmkpqtNO2tsc42jkaxdQ3ROx1RhlJUt/ZtcAjkbNyN8trUmRirAqykhgdCCDYg94MzWpx1U3nbTfSRKVJ2Uql4KlcMs6WpC1+yR9CrO6lUuQOzj9w++aZIOHsJy1aclmIjux9kdPWC2ui9Z+8cl8WOntPIwLtuhhOjw1MHQ5QT4uTU+DgeUnY1h0sPj9/vj9oCyI1UoBgQeBFuXMaix0II0sdD2R8RNoFF216NadQlqLmkewDMnkL5lHgWHcJWK3oxxV9Gokdt6o9xpzYbRtkg1mOzfRUbg16un1aYI/fqAW+wZetl7IpYdBTpKEHGw5ngWJOrHlc37NBpJJhCKeUYaZOHW4awuOdtb8ePLnFEX43PHiSdPwihe3f884RsOOnjAruJxD0C7Bc4pfnLBQMyW/OC6i2bJ1rnnSHbJKlvJRq0s9Bs3Mj6S/tLxHjw74jbVIgo62BBtYkAHmL3IHI+2ZTiaHQYmoi3GR2CkHULe6aj9UiBqWztuPWqZPVblUFu2wFRCQGBJAuLNqOMl3r1CpDLlqLxA9U/rITy7jqOB5E5xspixzEkm97k3N+25mi4DaJqU8r+sBx+sPxgVbeDeFMvRYlSUbS4IDL+sp1se4gg90it2NgPSr9JSqJVofXBAsD9GonFT7ja4JnBvfhGqYgIoJJNgJLY2gKFBaKaWFnYcWJ4rf6t+Xb4QJXaeOpF+irsBfWm5Otjyqr8G49t+Mr3/wr08bSyWPXW5B0sbXv3FTp25ha95Wsc5vJHc2iXrs2b9HTZhdgBe4ppqTbQvcd4EC+7H2dlfKARTpAKgI4n62vaczeLSbyaG/z26Tl2NhclFe09Y+fDXwtO20BpKCrwUDwAHwlO333G/KL1qNhVtqDoKgGg1OgcDQE6EWBsRc3ZR2RzLBHnKrSZGKsCpU2IIsQRxBB4GLpVpue2t06GK/SoCeAYXDAcgGGtuGhuB2SnYz0RC96VZgOx0DfvKy/wzOVvYpNKvO2libSxU/RTVB1r0wO5HPxt8ZN7O9GlJLGqz1T2GyL9lCSftjwlS4q2ysHUxDZaY0FszH1V8T29gFyeQmkbE2OtFAB4km1yebG3PkBwA011J7cJs5KYCooUDgAAAO2wGg+/nedNpWQCxUICHYwHTCtCSKMBAhNFiIfygIMIQyICO+3zrARr88onL4/P8rx0iJMCO2wl6RvpYrra9tQOEyzegAYxrG91pG//qQX901rH4UuhUG17a+BB18hMk3qFsY6n6Ipr7KayUiU2G3CXfBHQSh7CbhL5s/hKE1Nnr0vS2Ga1h3dpEhNtU+MtNRdJW9uDjKig7Q4mTO5CjLiLki4pC4F+btwuOaiQ20+Jk16PcL0r1kzZeqrXtf1SR2j60y01OgtlUDkB8IcFNbKB2AX8oLyoMRcRFrAMQ7AfPthgQGALQQEwQCvBBeEIB5YcIGD55QHT2QrxVom0AvhEkRdokwEsYkiHaERAGaJvwgeJvATWOhsL92mvdrpMY3nq3xtY6+sOPEdVdDNlrVQoJJsALk9gmK7xvfGVz21G9nL3SVYlNh8eftMvWzkFhx+034yg7Fq2t+Bl72XW0HH2N+EqJVqQtz+034yvbapC3P2t+MsPS6cD9lvwkJtjgdD7G/CVGd7VXUyZ9GlYrinsCb0yLf5l1PcJG7Xp6nj7DO/0c11TG3Y2HRuP4Zlr41kHlCMO0QZUKBilMaQxwL2QFgw2PyYAsSQQO3SAqEYFEGbWARMUDE8Pn8YIBmHE3is0B0rrANRxiyIWXygIMSY6Y2YDZhRWXuhZfHTv+bwEMPnz+HCFFkRBHj7IHLtBb03HarfAzF94FtiqnflPtRTNvdbg356TGN6ktifFEPsGX/TJVh3Yzay+7IfQTO9lvYiXrZFbQXNpYizpwkdtKlcTtov2An3fGNYymSOQ98IzrbdDUyP2BUy4lO8lftAr8SJYdvYTjx+fCVNavR1Fb6rBvYb/dFWNxoVcyK3aAfaId/nWcux6l6Qt9ElfIG49xE62gAQ1iVjggOKYDErFZYCRAIZEKAIIS9/uhiAIeWcuL2pTpAlmAtxNwAPEnQSDb0g4W/r+5/9sC3hYm2sUw9/8om/KAcbdfnsjlvZCaA0REmLPgO6Ew+f+YDR+RpDEUIQEBFtZku/WBZaociwF6Z7iGZlv4q2ngZrhlT3rw6VmameGUKTzvfMD4g29kEZpg6usuuwq40lFag1NyjaMpIP4juI1li2Ni7WiLWl4V9BHKyXkPs7HiwvJhSW7h2c/by8vbDKubbwl76XPzx7JQNqYQhprOKwwIsJTtvbKhXVuDt+69G51UBdeYGlNvL1T/ll3YdsxQM9GoHQ2YfJB7QZou7G9iVUCtoQNRxK/eV7Dy4GBZrRYiEIIuDcHmNR7opYDmaET2QCIq1wouxA+eQ5wFZtIljob6Dxt75X9s77UaOgN2HLifsjh5kSl7U31r1jZOoOROrfDKPIecDQdpbzUaAu7Duvz8BxPkJStr+kd30oLp9ZvuUH4nyldp7Oeo2ZiWJ4k3JPiTJfB7u90CEr1Ktdr1GZzyvwHgBoPKOjZDdkueC2CAeHIffJMbIHZGGrkEA+fnsEBWLIhZfH+WsKRY91tf8Ajl4xFSORBEIaJgiiIm4hREeMSVjhETeAxVqhVLG9gL28JVcUgsGzXZiSwtwN+2WytQDrZhcHiPA3nL/8LRBv0a+zhCM03u2QSorhSCB1tPWXkwPO3wPdIDBYkibdjsCtRbML24HmD/KZ1vJuM1Ml6IGv0R6p/Z7D3cOyFK2TtK0tuB2gCJldDFlDZrgjQg6EHvBk9gdt5bawy0V6otI/F4LNcnj8PCRmA2wCbk6/DukvTxYIhVR2tsTibSs18CyG4uCNQRoR4ETUKyBtPb90jcXsVW5QKrs3fSvR0brjtvlPnoQfG1++T2G9Ji/TVge9Qfep+6cVXdm5OkY/6W4wO7GeklibUkY+NlH+o+8SCxm2cTXvdioPELcX8WPWPttJzD7rDsklhdhqB5QKfhdgMeUnsHu12iWRMKqr5ToNZRCIyjsUC3nJGlgwI1W2iotr2/CcGI2+BeFTNwD5D4mD8qEp2L3m10MjzvL3wNkYwXgYQoUAIhhrFiNkwgmiAO3ygLcrfD2Q5KocYRMOJIgFeCwPz2QWggBhOeogINwLHjf57I+Y0698qKnvPuWtYZ0uG5EC7Du/WHcdeyUXE7vYikT1c9vqXJ+ybN7ps7LfSc2Pwwam1wDYG2mo00t2QMcw+0WU2NxbkeXlJjC7w25ywY3A0qi9dQ7X+lbh3MOsDI2r6PiRmpl1BAIF1bj3EhveYHRhdvd/jO5NsL2ytVtz8SnAqfHOvxFvfOV8Bil/7bHl1Sp/hMaLnS2ktvHX2xT7SSx15GUno8T/AGVT2GJKYr+yqewwYvR2wo5zjfbwA4ypfk2KP0CPEqPiZ1YPdfEVeY/yhnPusv70aYlcTvILcZG4nefvkzgvRxfWoWP7TBR7Euf3pP4LcuhT1yi/cov9prtAz5cZXq+ojnvsbfaOnvjtPd7EVCAWVb8gSzexdPfNLq7KQIcqAtY2ubm9rcWkfgtmVFqKxWwB16wgVvBejknWozHxIUexbn3yVHo7ofVX2VP98tmWKtA7yt4Amv3wQSKGSNtBBFCGEIpDggIOkK8EEAXgEEEAERswQQFWiSO3np+MEEqOdsEn1F+ysdy8h/x4QQQDtEthlb1lU+IBggkUgbPp/wBmn2V/CEdnU7H80nA/RWCCBXtn4W1VCV+kOOX8ZbQnZBBABhMIIICSIkiHBAMQQoIH/9k="/>
          <p:cNvSpPr>
            <a:spLocks noChangeAspect="1" noChangeArrowheads="1"/>
          </p:cNvSpPr>
          <p:nvPr/>
        </p:nvSpPr>
        <p:spPr bwMode="auto">
          <a:xfrm>
            <a:off x="0" y="-1050925"/>
            <a:ext cx="2076450" cy="2200275"/>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35846" name="AutoShape 6" descr="data:image/jpeg;base64,/9j/4AAQSkZJRgABAQAAAQABAAD/2wCEAAkGBhQSERUUEhQUFBUWGBcWFxgXGBQaGhcaFxgaGBUYFxcXHSYeHRwkGhcXHy8gJCcpLCwsGh4xNTAqNSYrLCkBCQoKDgwOFA8PFykcFBwpKSkpKSkpKSkpKSkpKSkpKSkpKSkpKSkpKSkpKSkpKSkpKSkpKSkpKSkpLCkpKSkpKf/AABEIAOcA2gMBIgACEQEDEQH/xAAcAAAABwEBAAAAAAAAAAAAAAAAAQIDBQYHBAj/xABIEAACAQIDBAYGBQgJBAMAAAABAgADEQQSIQUGMUETIlFhcYEHMpGhsfBCUpLB0RQjM2JyorLxJDRTY3OCwtLhFkNEgxWTs//EABcBAQEBAQAAAAAAAAAAAAAAAAABAgP/xAAaEQEBAQEBAQEAAAAAAAAAAAAAARExAkES/9oADAMBAAIRAxEAPwDTmNvnTuhZobJrfy7okrqfn3Tq5CZjbv8ADu8xEkd0WV0jTr5fPfKhMR32t8mKIiTIqlelZv6EP8Vfg0yNDNc9K39SH+KnwaZEgmPXW/PHbRad1FpH0VnbSlSu2k8uW639WxXhT/1SO3K2RTqmq1VcwRAQvWsS19Tl10tpLLuPs6nWwzgh0zNZipzEhbgC9rW14WmmXRvYf6bs8/4g/dEoGPf87U/bf+Iy+b+4ToqdOuGqM9AnLm0BzfWJA4cBa3ASu7pdFjKtSpVopqfUUlku3E2uTfzgVl2nO7Tp2hTC1XVeAdgPAMQJyVBIOaq0aoHrr+0PiIqtGaPrr4j4yVt6IXhFCJU6RQE0wOGIkCHAWpimjQMUGgKirRCxYMAwsLLBeC8BUF4d4l5YENEEw20EaJ14dolQZibwrcoLSKo/pVrD8kC63zoeduYOvC+o075kqTXvSn/Uf/Yn3zIFnP11vzx20TO6mZwUBJDC08xA7SBLCrFudinGIWmGIWocjgG1xrb2GWPdYOm0K+GWo4pJchVOXs45bdsLGbBo4CpSrIHcqwGUkgFubEsDyvoOFweUnthbsdHXq4k1Sz1iD6hsozXI0OtxYX5TTCT2zsRalFg5dxYmzMxGnDQ6TLt3cQyJimRippjq5dBxtc2tfzmr7TrMtJzmv1TpkI534+GkxyltoUa2IVaF0qkrlNQ2QE30NrnS417YHDVckkk3JuSe86xl5adtbFpJg0qICHzWJOYlg1zrfq6acALyqtIsclYxmkeuviPjHa0Zo+uPEfGZrUehMLULKCVK35G17cr2+EfiEMObYKhQCGRAFoDABFEQEqYeaEBBa8Bat+MVbuEQBrF3+dICjEuIrhEtLEIYcY23z7o4b2/nGzKEjs1098IePfDK3+eyAyCl+lJf6Cf8Sn8Tf7pkCjWbD6UXH5CwuM2embX1te17dkx5Jz9ddPPHbhxJHDGxFuMjqBkhQMpV823VrYjAU8S1S4zWZciWDAkXBAvx185bN36VerQRvyhhcXsEo/7ZVqdULsUA3Oeq3DiOtb/T75c92GtQpqpWwUcQQfjNMGNt7PrdGb4hyLHTLS+5JjG0cNbFBRYlmGpC31PhN82qboQWQDz/ABmIYsXxo6jmzjUKbGxi8WJve52pBKGYlMoc3C8bkDgOVj7ZVnMte/4/PUzcEmmNBy6zWvrKjUMlSOXEGc9I9YeI+MdrGM0fXHiPjM1t6KHDSGRG8NXDqCpuOF/Ds+eUem2BiAiHaC0A7QQAQQEm3z7oYiSPnSKBgHDgvCvAcBuNI2TrraOQmliEA8YkiKyxLShAgEMkecElFO9JtNPyIswOjoLiwNsw0uQdLgeyZJTSmeVT7Sf7JrvpR/qDft0/4pjtKrac71088Xal6NcT0XSCkeNsnTU8+vA+pl/ev3Rqnu06h89KorLYAdJSNzexFwvIXPlLTh/TFTFMD8me4t/3FtoO3LfjOPae187V2GmqvbjbMQeP+aaiVzbG2ZUNRKF2CPbNfIwBZbnqHQ24Xi9nYYDM/R1aXRlDUVlYKyOSCQrDQgjlxvEUsZ+dXWxIQjzQSWrYhmw/WJYHCUcxOY/+Q+pfhe1zY/VlZFv3slEp0Vp3Vqrqtz38bd9u2RVHd+mGrLRpVFFJKh6QpfO1McC7KQLnsll9IXq4MjrMKy5QARfTx18pE7ZrMqqCSOvizYhhexRl6p5WsQe+BXRshmILBrlgPWXhzN7co9hN0qtckUqdwLXJqoNDwNst45R2jcA9jqPb/KSey97DhErOED9anTsWy8RUN72P1RAgt6dynwa53UOhIGZaluswJtlKX5HXhKzSanmHUbiPp9/7Et2+HpC/LaXRdCKYDK18+Y9UEWtlHbKXSPWHiPjM1uPRKcAPkRWaNqdIqaYOKYcZqYgKCWIAHEkgAd5J0HmZAY30h4OmbdLnP6gd/eAFPk0Cy2hkSoU/SdhCeNUeNLT91yfdJjZu9WGxBApVkYn6NyreSuFY+CgwYlYBCB/D/iAQFws3zaGIcBanx84IRMgt6d7KeDp3brO18iA2LW4kn6KA6E8SdBqCVCad+I5gXsLm3ebcpG1tuYdTY16IPYa1H4F9Jje2958RiielqHJfSmvVQeCDie83PfIYkxq/l6Iw2IV1zIVYdqlWH2lJHvi7zz3gtoVKTZ6TtTYfSUlT7R8JpG5/pF6VhRxVg50WoLAMeQYcFY8iND2A6maYkfSTRLYFgoJJenYDUklwNB5yF2LsejTwSF8MnSs1OnW6VXzdbFFDxIK9TIQVt4mWOrj26QkgGzEhWBsCrdU5eTC1+0GM7WxLOtQsdVq01HDQLjWpj90CMJUAmOwtKstAbOAs1XN0gpsxVhmpMHZb2trY6gWGpjm2KdBqFR6NKpTfIgYFsyGzqLgnW/AXsNBwvIbbe9uLrivS6dw2Hq1HUIQmekpKsOpY3QDNbmpcn1BK0Nv4jnXr/wD21P8AdJq4t2FwFRq9LLTcgpS1Ctb9GPpWtLalBhs0JVQoQoUg6FgG6txx4MdDzvMvobyYoCwxFcDsFWqB36ZppWzapbZYZiSSiEk9xtr7JrUsP7+0wrYPj+mA1JNtOXYYzvds+tVNMpTZlWjVuwsbkqAAba3si8ePKdHpG/8AEP8Afr8JXvSVjHpmiabsh7VYqfUUcQewkeZhENR2fUVetTqA9IhsUYG2utiO6WfCYqnQBAwT1GuWctfrGxGgKlfpG1+F+POZtidqVmN2q1GPaXcn3mFhnq1GVFZyzEADMeJ7TfQd/KTWsaTsSomLytVwKoyBFFRkAUuailrU8oUXW5DEacByEgN7Nmmo6VadA3D12r1ESym1cqpbKAtwFNzx6wvJLdHeOrXxBoms9SjSp0wuY6MVr0Vz2PC4ZrDkpA5SdweJYBxcFc1TqsAy64isp0YEcFX2R03KsiCQm829NPBpc9Z2vkQGxbtJ7FHNvIa3ysJtYYenUdycirmOvO9gq3+k3Ae3gDbJ9sbTfEVWqPxY8Beyj6Kr3AWEakh3bO8NbEteq9wPVUaKv7K8PPieZMjCLxSpFinI0SqwwsWKccyQLNu1v/VoFUrFqtLQam7oP1GPrAfUbTsK8ZqeBxy1UDowZWFwRwI7RfXtBB1BBBmDFJadwd4TQrCi5/N1Dpc6JUOgbuDaK3kfoiVLGtLDiEe4vFXlZFiKgVSWOUAEsdOqAMzN5AE+Uwzbe02xVd6raZjZV+og0RB4D2m55zXN9KpXBVyOdMj7TIh9zGY/TpSVY5WoxBwslEw2seODjDUI+FjRp2kxVSxnBWEmLKtWzd66q0ENWmtYagMSyvZSQAWFw1gLXIJ75L4zbuZKR6MKMSQ5GYnKwxBqnW2t28NJF7LwoOz6Z76n8ZjmL0p4Dz//AEaaZdiVMIGpVzg16SqXfMKtc2fQm65gCDmII0Fu7SVjeAYZHQ0sNTFJ0BUipiSLjSopzMCCrG1rcMp+lJ9UvSwnjUHuWQuHwnTqMPzqEmkTyqjRRfkHByHxU/RkxZTGxcZQNVVfC02DELrUxAtfmLVJo2Hrq+zcyU1pA01OVSxA9U6ZiTzmfbD3WrCvTNTowiupcivhzlUG7HRydBflLvsvZL06pwRru9I0tCVQZdV4W1OgtqecQru9JC9TCn+/T4GcW+r0wlLpKFOqcrt1zUHqUnZQMjLzUX+TJX0g4S2HRiSejcOB2lQZTMHUfH0q1arUYdGKiU6ZZQgNRGRRmIFtWsLyoqlXaVMkkYaiO7NibDu/Sy07qvRyXqYSjeoXVDevcoFIqXJqaA2Kg6/TEg8JujVeoFZqSrqzlatFyqqCXIVXJJAB0txk7sytmqUiBlANRVX6qqrKi+Sga8+MkatTex1pKVajhqNFnz3ZOkJtSfMB1nOhKLeRB3oemlhRpMWerq3SadbPbqsL9ao3tk5spP0XjiR/GZV1o5mA/vanvy/hKy4N7MZWqCl0hAU5iEUZVBFhe3M68SSe+QASW/fuiFGHH6r/ABSVQSNTgkpRYpRxBr7I8qQaappFdFedFOnp7fjFijCa4TTjZSd3R6e34mNPSg1sW7e0DXw9OodSygt+0Lq583Vz5yVlW9Hh/oa9zPbwzsfiTLTeWJXDt/BdNQqUxqWUqB3nVf3wkymlhJstWncESgb2bGNFmrKLoxu9voMeduSsefIkj6twgVogEez8Ph74jE1AJz18dpblI2vjrwDxFbWcbtG6la879ibGqYqqKdMd7ufVRb2zN8AOJNgJm1uRa93rtgFCgsc1SwAJPG/AeMPaOHcUcHmR1Kk5gVYFQarWLXGl++WHD4YUKYoUgUpgGwB6zG5BaoRxYkHQaDgNI9tHC1WVgqqFNUFmZiuUI1CpcC2o6rAysfVXoYhQmFVmVStSoGBZQV0HrA6jznFsqqi18K2ZdKoOhH11tzndvNu22MxSVFIAZCGa1yTTew8T0b0uPZO7A7imkUyU782qEgsLclHLxAlE1U3HQBi71GXlTACKdfplWzN4XA7pJ4LZLCr0zVGd7W9Smth2CxvJnLmp37Rr3H+cbopl46j4fPz2QIPfKsXolSCB2gp8CCJmOF2stEPRsr0qnrISq3sbg5qdMMCCBqDNS3s2otKmQUDAjgbkHuPzeZh/0+uJbpMLc29ekTd1/Yb6a/vDsPEqLbszYqJh6mIDuB0T2DlGChlI/SWUka8xIXYlekGpZqtMWape7oLXD2vr4Sw7dvTwaKozIyhKlNi1mUi+hBzIQRyNu0GZ/iNjI6s2HL3UFmpPYsAOLI62Dgc+qpA5GCNC2XjKbdHkdHyvWzZSGyhwwUnLwBJAHaSJC7N2dVZiVpVCBVfgrHsB4DtFoe5BNPDgAqGqu7AMSA2XItMEqCbZlqAaHUmWFtm1VQlluSGclMxALV6tQi9gdA44gQKj6S2scOLW0qXHmkpqtNO2tsc42jkaxdQ3ROx1RhlJUt/ZtcAjkbNyN8trUmRirAqykhgdCCDYg94MzWpx1U3nbTfSRKVJ2Uql4KlcMs6WpC1+yR9CrO6lUuQOzj9w++aZIOHsJy1aclmIjux9kdPWC2ui9Z+8cl8WOntPIwLtuhhOjw1MHQ5QT4uTU+DgeUnY1h0sPj9/vj9oCyI1UoBgQeBFuXMaix0II0sdD2R8RNoFF216NadQlqLmkewDMnkL5lHgWHcJWK3oxxV9Gokdt6o9xpzYbRtkg1mOzfRUbg16un1aYI/fqAW+wZetl7IpYdBTpKEHGw5ngWJOrHlc37NBpJJhCKeUYaZOHW4awuOdtb8ePLnFEX43PHiSdPwihe3f884RsOOnjAruJxD0C7Bc4pfnLBQMyW/OC6i2bJ1rnnSHbJKlvJRq0s9Bs3Mj6S/tLxHjw74jbVIgo62BBtYkAHmL3IHI+2ZTiaHQYmoi3GR2CkHULe6aj9UiBqWztuPWqZPVblUFu2wFRCQGBJAuLNqOMl3r1CpDLlqLxA9U/rITy7jqOB5E5xspixzEkm97k3N+25mi4DaJqU8r+sBx+sPxgVbeDeFMvRYlSUbS4IDL+sp1se4gg90it2NgPSr9JSqJVofXBAsD9GonFT7ja4JnBvfhGqYgIoJJNgJLY2gKFBaKaWFnYcWJ4rf6t+Xb4QJXaeOpF+irsBfWm5Otjyqr8G49t+Mr3/wr08bSyWPXW5B0sbXv3FTp25ha95Wsc5vJHc2iXrs2b9HTZhdgBe4ppqTbQvcd4EC+7H2dlfKARTpAKgI4n62vaczeLSbyaG/z26Tl2NhclFe09Y+fDXwtO20BpKCrwUDwAHwlO333G/KL1qNhVtqDoKgGg1OgcDQE6EWBsRc3ZR2RzLBHnKrSZGKsCpU2IIsQRxBB4GLpVpue2t06GK/SoCeAYXDAcgGGtuGhuB2SnYz0RC96VZgOx0DfvKy/wzOVvYpNKvO2libSxU/RTVB1r0wO5HPxt8ZN7O9GlJLGqz1T2GyL9lCSftjwlS4q2ysHUxDZaY0FszH1V8T29gFyeQmkbE2OtFAB4km1yebG3PkBwA011J7cJs5KYCooUDgAAAO2wGg+/nedNpWQCxUICHYwHTCtCSKMBAhNFiIfygIMIQyICO+3zrARr88onL4/P8rx0iJMCO2wl6RvpYrra9tQOEyzegAYxrG91pG//qQX901rH4UuhUG17a+BB18hMk3qFsY6n6Ipr7KayUiU2G3CXfBHQSh7CbhL5s/hKE1Nnr0vS2Ga1h3dpEhNtU+MtNRdJW9uDjKig7Q4mTO5CjLiLki4pC4F+btwuOaiQ20+Jk16PcL0r1kzZeqrXtf1SR2j60y01OgtlUDkB8IcFNbKB2AX8oLyoMRcRFrAMQ7AfPthgQGALQQEwQCvBBeEIB5YcIGD55QHT2QrxVom0AvhEkRdokwEsYkiHaERAGaJvwgeJvATWOhsL92mvdrpMY3nq3xtY6+sOPEdVdDNlrVQoJJsALk9gmK7xvfGVz21G9nL3SVYlNh8eftMvWzkFhx+034yg7Fq2t+Bl72XW0HH2N+EqJVqQtz+034yvbapC3P2t+MsPS6cD9lvwkJtjgdD7G/CVGd7VXUyZ9GlYrinsCb0yLf5l1PcJG7Xp6nj7DO/0c11TG3Y2HRuP4Zlr41kHlCMO0QZUKBilMaQxwL2QFgw2PyYAsSQQO3SAqEYFEGbWARMUDE8Pn8YIBmHE3is0B0rrANRxiyIWXygIMSY6Y2YDZhRWXuhZfHTv+bwEMPnz+HCFFkRBHj7IHLtBb03HarfAzF94FtiqnflPtRTNvdbg356TGN6ktifFEPsGX/TJVh3Yzay+7IfQTO9lvYiXrZFbQXNpYizpwkdtKlcTtov2An3fGNYymSOQ98IzrbdDUyP2BUy4lO8lftAr8SJYdvYTjx+fCVNavR1Fb6rBvYb/dFWNxoVcyK3aAfaId/nWcux6l6Qt9ElfIG49xE62gAQ1iVjggOKYDErFZYCRAIZEKAIIS9/uhiAIeWcuL2pTpAlmAtxNwAPEnQSDb0g4W/r+5/9sC3hYm2sUw9/8om/KAcbdfnsjlvZCaA0REmLPgO6Ew+f+YDR+RpDEUIQEBFtZku/WBZaociwF6Z7iGZlv4q2ngZrhlT3rw6VmameGUKTzvfMD4g29kEZpg6usuuwq40lFag1NyjaMpIP4juI1li2Ni7WiLWl4V9BHKyXkPs7HiwvJhSW7h2c/by8vbDKubbwl76XPzx7JQNqYQhprOKwwIsJTtvbKhXVuDt+69G51UBdeYGlNvL1T/ll3YdsxQM9GoHQ2YfJB7QZou7G9iVUCtoQNRxK/eV7Dy4GBZrRYiEIIuDcHmNR7opYDmaET2QCIq1wouxA+eQ5wFZtIljob6Dxt75X9s77UaOgN2HLifsjh5kSl7U31r1jZOoOROrfDKPIecDQdpbzUaAu7Duvz8BxPkJStr+kd30oLp9ZvuUH4nyldp7Oeo2ZiWJ4k3JPiTJfB7u90CEr1Ktdr1GZzyvwHgBoPKOjZDdkueC2CAeHIffJMbIHZGGrkEA+fnsEBWLIhZfH+WsKRY91tf8Ajl4xFSORBEIaJgiiIm4hREeMSVjhETeAxVqhVLG9gL28JVcUgsGzXZiSwtwN+2WytQDrZhcHiPA3nL/8LRBv0a+zhCM03u2QSorhSCB1tPWXkwPO3wPdIDBYkibdjsCtRbML24HmD/KZ1vJuM1Ml6IGv0R6p/Z7D3cOyFK2TtK0tuB2gCJldDFlDZrgjQg6EHvBk9gdt5bawy0V6otI/F4LNcnj8PCRmA2wCbk6/DukvTxYIhVR2tsTibSs18CyG4uCNQRoR4ETUKyBtPb90jcXsVW5QKrs3fSvR0brjtvlPnoQfG1++T2G9Ji/TVge9Qfep+6cVXdm5OkY/6W4wO7GeklibUkY+NlH+o+8SCxm2cTXvdioPELcX8WPWPttJzD7rDsklhdhqB5QKfhdgMeUnsHu12iWRMKqr5ToNZRCIyjsUC3nJGlgwI1W2iotr2/CcGI2+BeFTNwD5D4mD8qEp2L3m10MjzvL3wNkYwXgYQoUAIhhrFiNkwgmiAO3ygLcrfD2Q5KocYRMOJIgFeCwPz2QWggBhOeogINwLHjf57I+Y0698qKnvPuWtYZ0uG5EC7Du/WHcdeyUXE7vYikT1c9vqXJ+ybN7ps7LfSc2Pwwam1wDYG2mo00t2QMcw+0WU2NxbkeXlJjC7w25ywY3A0qi9dQ7X+lbh3MOsDI2r6PiRmpl1BAIF1bj3EhveYHRhdvd/jO5NsL2ytVtz8SnAqfHOvxFvfOV8Bil/7bHl1Sp/hMaLnS2ktvHX2xT7SSx15GUno8T/AGVT2GJKYr+yqewwYvR2wo5zjfbwA4ypfk2KP0CPEqPiZ1YPdfEVeY/yhnPusv70aYlcTvILcZG4nefvkzgvRxfWoWP7TBR7Euf3pP4LcuhT1yi/cov9prtAz5cZXq+ojnvsbfaOnvjtPd7EVCAWVb8gSzexdPfNLq7KQIcqAtY2ubm9rcWkfgtmVFqKxWwB16wgVvBejknWozHxIUexbn3yVHo7ofVX2VP98tmWKtA7yt4Amv3wQSKGSNtBBFCGEIpDggIOkK8EEAXgEEEAERswQQFWiSO3np+MEEqOdsEn1F+ysdy8h/x4QQQDtEthlb1lU+IBggkUgbPp/wBmn2V/CEdnU7H80nA/RWCCBXtn4W1VCV+kOOX8ZbQnZBBABhMIIICSIkiHBAMQQoIH/9k="/>
          <p:cNvSpPr>
            <a:spLocks noChangeAspect="1" noChangeArrowheads="1"/>
          </p:cNvSpPr>
          <p:nvPr/>
        </p:nvSpPr>
        <p:spPr bwMode="auto">
          <a:xfrm>
            <a:off x="0" y="-1050925"/>
            <a:ext cx="2076450" cy="2200275"/>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8" name="Picture 8" descr="http://blog.rushydro.ru/wp-content/uploads/2011/11/%D0%B4%D0%B8%D0%B0%D0%B3%D0%BE%D0%BD%D0%B0%D0%BB.jpg"/>
          <p:cNvPicPr>
            <a:picLocks noChangeAspect="1" noChangeArrowheads="1"/>
          </p:cNvPicPr>
          <p:nvPr/>
        </p:nvPicPr>
        <p:blipFill>
          <a:blip r:embed="rId2"/>
          <a:srcRect/>
          <a:stretch>
            <a:fillRect/>
          </a:stretch>
        </p:blipFill>
        <p:spPr bwMode="auto">
          <a:xfrm>
            <a:off x="357158" y="1000108"/>
            <a:ext cx="4124318" cy="4369631"/>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71538" y="214290"/>
            <a:ext cx="7783832" cy="3500462"/>
          </a:xfrm>
        </p:spPr>
        <p:txBody>
          <a:bodyPr>
            <a:normAutofit lnSpcReduction="10000"/>
          </a:bodyPr>
          <a:lstStyle/>
          <a:p>
            <a:pPr marL="1588" indent="447675" algn="just">
              <a:buNone/>
            </a:pPr>
            <a:r>
              <a:rPr lang="uz-Cyrl-UZ" dirty="0"/>
              <a:t>Radial-o’qiy turbinalarda o</a:t>
            </a:r>
            <a:r>
              <a:rPr lang="en-US" dirty="0"/>
              <a:t>q</a:t>
            </a:r>
            <a:r>
              <a:rPr lang="uz-Cyrl-UZ" dirty="0"/>
              <a:t>i</a:t>
            </a:r>
            <a:r>
              <a:rPr lang="en-US" dirty="0"/>
              <a:t>m</a:t>
            </a:r>
            <a:r>
              <a:rPr lang="uz-Cyrl-UZ" dirty="0"/>
              <a:t>cha yo’naltiruvchi apparatdan g’ildirak o’qiga tik yo’nalishda chiqib, ish gildiragida o’z yo’nali-shini 90°ga o’zgartiradi va g’ildirakdan chiqib, so’rish trubasiga kirishda o’q yo’nalishida harakat </a:t>
            </a:r>
            <a:r>
              <a:rPr lang="en-US" dirty="0"/>
              <a:t>q</a:t>
            </a:r>
            <a:r>
              <a:rPr lang="uz-Cyrl-UZ" dirty="0"/>
              <a:t>iladi. Bunday turbinalar bosim 50... 700 m bo’lgan hollarda qo’llaniladi.</a:t>
            </a:r>
            <a:endParaRPr lang="ru-RU" dirty="0"/>
          </a:p>
          <a:p>
            <a:endParaRPr lang="ru-RU" dirty="0"/>
          </a:p>
        </p:txBody>
      </p:sp>
      <p:pic>
        <p:nvPicPr>
          <p:cNvPr id="7" name="Picture 6" descr="http://upload.wikimedia.org/wikipedia/commons/thumb/5/5f/M_vs_francis_schnitt_1_zoom.jpg/300px-M_vs_francis_schnitt_1_zoom.jpg"/>
          <p:cNvPicPr>
            <a:picLocks noChangeAspect="1" noChangeArrowheads="1"/>
          </p:cNvPicPr>
          <p:nvPr/>
        </p:nvPicPr>
        <p:blipFill>
          <a:blip r:embed="rId2"/>
          <a:srcRect b="15845"/>
          <a:stretch>
            <a:fillRect/>
          </a:stretch>
        </p:blipFill>
        <p:spPr bwMode="auto">
          <a:xfrm>
            <a:off x="2643174" y="3318270"/>
            <a:ext cx="5849960" cy="3396878"/>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Содержимое 3"/>
          <p:cNvSpPr>
            <a:spLocks noGrp="1"/>
          </p:cNvSpPr>
          <p:nvPr>
            <p:ph idx="1"/>
          </p:nvPr>
        </p:nvSpPr>
        <p:spPr>
          <a:xfrm>
            <a:off x="785786" y="285728"/>
            <a:ext cx="8143932" cy="3571900"/>
          </a:xfrm>
        </p:spPr>
        <p:txBody>
          <a:bodyPr>
            <a:normAutofit fontScale="92500" lnSpcReduction="20000"/>
          </a:bodyPr>
          <a:lstStyle/>
          <a:p>
            <a:pPr lvl="0" algn="just"/>
            <a:r>
              <a:rPr lang="uz-Cyrl-UZ" dirty="0">
                <a:latin typeface="Times New Roman" pitchFamily="18" charset="0"/>
                <a:cs typeface="Times New Roman" pitchFamily="18" charset="0"/>
              </a:rPr>
              <a:t>Oqimchali turbinalarda esa oqimcha turbina g’ildiragining cho’michiga eng ko’p reaktiv kuch beradigan qilib yo’naltirilgan bo’ladi. Bu turbinalar bosim 400... 1700 m bo’lgan hollarda qo’llaniladi. </a:t>
            </a:r>
            <a:endParaRPr lang="ru-RU" dirty="0">
              <a:latin typeface="Times New Roman" pitchFamily="18" charset="0"/>
              <a:cs typeface="Times New Roman" pitchFamily="18" charset="0"/>
            </a:endParaRPr>
          </a:p>
          <a:p>
            <a:pPr lvl="0" algn="just"/>
            <a:r>
              <a:rPr lang="uz-Cyrl-UZ" dirty="0">
                <a:latin typeface="Times New Roman" pitchFamily="18" charset="0"/>
                <a:cs typeface="Times New Roman" pitchFamily="18" charset="0"/>
              </a:rPr>
              <a:t>Turli turbinalarning bosimi uchun yuqorida ko’rsatilgan chegaralar shartli bo’lib, bosimning kamayishi yoki ko’payish tomonga o’zgarib turish hollari uchrashi mumkin. </a:t>
            </a:r>
            <a:endParaRPr lang="ru-RU" dirty="0">
              <a:latin typeface="Times New Roman" pitchFamily="18" charset="0"/>
              <a:cs typeface="Times New Roman" pitchFamily="18" charset="0"/>
            </a:endParaRPr>
          </a:p>
          <a:p>
            <a:endParaRPr lang="ru-RU" dirty="0">
              <a:latin typeface="Times New Roman" pitchFamily="18" charset="0"/>
              <a:cs typeface="Times New Roman" pitchFamily="18" charset="0"/>
            </a:endParaRPr>
          </a:p>
        </p:txBody>
      </p:sp>
      <p:pic>
        <p:nvPicPr>
          <p:cNvPr id="33794" name="Picture 2" descr="http://allonward.ru/d/440774/d/1909738401_6.jpg"/>
          <p:cNvPicPr>
            <a:picLocks noChangeAspect="1" noChangeArrowheads="1"/>
          </p:cNvPicPr>
          <p:nvPr/>
        </p:nvPicPr>
        <p:blipFill>
          <a:blip r:embed="rId2"/>
          <a:srcRect/>
          <a:stretch>
            <a:fillRect/>
          </a:stretch>
        </p:blipFill>
        <p:spPr bwMode="auto">
          <a:xfrm>
            <a:off x="2714612" y="3786190"/>
            <a:ext cx="3643338" cy="2722384"/>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435608" y="857232"/>
            <a:ext cx="7498080" cy="5391168"/>
          </a:xfrm>
        </p:spPr>
        <p:txBody>
          <a:bodyPr/>
          <a:lstStyle/>
          <a:p>
            <a:pPr algn="ctr">
              <a:buNone/>
            </a:pPr>
            <a:r>
              <a:rPr lang="en-US" b="1" i="1" dirty="0">
                <a:solidFill>
                  <a:srgbClr val="002060"/>
                </a:solidFill>
              </a:rPr>
              <a:t>4. </a:t>
            </a:r>
            <a:r>
              <a:rPr lang="uz-Cyrl-UZ" b="1" i="1" dirty="0">
                <a:solidFill>
                  <a:srgbClr val="002060"/>
                </a:solidFill>
              </a:rPr>
              <a:t>Turbinalar konstruktiv belgilariga qarab to’rt turga bo’linadi:</a:t>
            </a:r>
            <a:endParaRPr lang="en-US" b="1" i="1" dirty="0">
              <a:solidFill>
                <a:srgbClr val="002060"/>
              </a:solidFill>
            </a:endParaRPr>
          </a:p>
          <a:p>
            <a:pPr algn="ctr">
              <a:buNone/>
            </a:pPr>
            <a:endParaRPr lang="ru-RU" b="1" i="1" dirty="0">
              <a:solidFill>
                <a:srgbClr val="002060"/>
              </a:solidFill>
            </a:endParaRPr>
          </a:p>
          <a:p>
            <a:pPr>
              <a:buNone/>
            </a:pPr>
            <a:r>
              <a:rPr lang="uz-Cyrl-UZ" sz="4000" dirty="0"/>
              <a:t>1) radial-o’qiy; </a:t>
            </a:r>
            <a:endParaRPr lang="en-US" sz="4000" dirty="0"/>
          </a:p>
          <a:p>
            <a:pPr>
              <a:buNone/>
            </a:pPr>
            <a:r>
              <a:rPr lang="uz-Cyrl-UZ" sz="4000" dirty="0"/>
              <a:t>2) propellerli; </a:t>
            </a:r>
            <a:endParaRPr lang="en-US" sz="4000" dirty="0"/>
          </a:p>
          <a:p>
            <a:pPr>
              <a:buNone/>
            </a:pPr>
            <a:r>
              <a:rPr lang="uz-Cyrl-UZ" sz="4000" dirty="0"/>
              <a:t>3) burilma kurakli;</a:t>
            </a:r>
            <a:endParaRPr lang="en-US" sz="4000" dirty="0"/>
          </a:p>
          <a:p>
            <a:pPr>
              <a:buNone/>
            </a:pPr>
            <a:r>
              <a:rPr lang="uz-Cyrl-UZ" sz="4000" dirty="0"/>
              <a:t> 4) cho’michli.</a:t>
            </a:r>
            <a:endParaRPr lang="ru-RU" sz="4000" dirty="0"/>
          </a:p>
          <a:p>
            <a:endParaRPr lang="ru-RU" dirty="0"/>
          </a:p>
        </p:txBody>
      </p:sp>
      <p:pic>
        <p:nvPicPr>
          <p:cNvPr id="26628" name="Picture 4" descr="Поворотно-лопастная турбина">
            <a:hlinkClick r:id="rId2"/>
          </p:cNvPr>
          <p:cNvPicPr>
            <a:picLocks noChangeAspect="1" noChangeArrowheads="1"/>
          </p:cNvPicPr>
          <p:nvPr/>
        </p:nvPicPr>
        <p:blipFill>
          <a:blip r:embed="rId3"/>
          <a:srcRect/>
          <a:stretch>
            <a:fillRect/>
          </a:stretch>
        </p:blipFill>
        <p:spPr bwMode="auto">
          <a:xfrm>
            <a:off x="6500826" y="3643314"/>
            <a:ext cx="1817840" cy="1357322"/>
          </a:xfrm>
          <a:prstGeom prst="rect">
            <a:avLst/>
          </a:prstGeom>
          <a:noFill/>
        </p:spPr>
      </p:pic>
      <p:sp>
        <p:nvSpPr>
          <p:cNvPr id="26632" name="AutoShape 8" descr="data:image/jpeg;base64,/9j/4AAQSkZJRgABAQAAAQABAAD/2wCEAAkGBhQQDxQPDxQUEBAUDxAQEBQPEBAPEA8QFBAVFBQQFhQXHSYeFxkjGRQUHy8gIycpLCwsFR4xNTAqNSYrLCkBCQoKDgwOGg8PGiwfHRwpKSktLCkpKSkqLSkpKSwpKSwpKSksLCwsKSkpKSwpKSkpKSksKSksKSkpLCwsKSkpKf/AABEIAMUBAAMBIgACEQEDEQH/xAAcAAACAwEBAQEAAAAAAAAAAAABAgADBQQGBwj/xAA/EAABAgMEBQkIAgAFBQAAAAABAAIDESEEEjFBBQZRYXETIjJicoGRoeEUUqKxssHR8CNCBxUzgvEWJGOS0v/EABoBAAMBAQEBAAAAAAAAAAAAAAECAwAEBQb/xAApEQACAgICAgECBgMAAAAAAAAAAQIRAxIEITFBIhNRMmGhsdHhFEJS/9oADAMBAAIRAxEAPwD5/HPPdU9N2fWKUH9mmj9N3bf9RSgL6FGbGBTAoAJgFiTYwKIKgCYBEm2EJgoAmARJOREU11G6sTsVEI3UZLAsCIRkjdWBYAoE0kZLC2KlVoCF1Y2xUUFYWpSFqGUhEpTkISWGsQlBMQgsOmKSlJTFKUB0xSUhKchKViqYpKUlMUpCA6YpJ/ShPecdqJQCxRMsj9N3bd9RQCaP03dt31FABZCthCdoSgKwBEk2EBOAgAnaESEmFoVjWoNarGhEi2QNRupw1G6sT2K7qN1WXUZLA2KrqN1WSUksDYruoyVl1S6iDYSSICe6pdWFsQsVbmLokpdWCp0cZCQrXg6DLqk3dgkSUsTV6JKbS1+4G6TvrTzXN/kYrrY7FinV0ZKUhdtq0XEhmRaTvaCW+K5okEgTIIGRlTxTxywl4YXCS8opKUpkpVAoQoFMQlKBVClKUxQKw6EKA+6YoDFAoiyP03dt/wBRQATRxz3dt31FBoWQjYwCdoQATgIkZMZoVjQlaFYAiQkxgFY0JAnBRJMsARkgEQiSYZIyUCKwjZJKSRCKwLBJSSZGSILEkjJPJENWBYgatnReiMHxO4HLehYNGEc9wrkNnqteE2X7TgvH5fLv4Y/H3PX4vFr5z8/YAgACWNUZJyJqLzD0RHSlUCe1URLExwM2gz7j4hX3aSx41Quo2CjKj6uQjldO50vms+0ao5w39zgT5j8L0kv01VcWLSWCtDkZY+GI8cX6PGx9XorcAHdkzXFGsL2TvNcJY0mB3ii+r6vau8q4R4tILTzRnFcMhsbtK1ouhYUJsZzGi9Hc8OaGtusY4VAHjXeuyHLye0iLhFHwkpSro0O64t2OLfAyVa9QQQoflMQll81h0y2P03dt31FQJow57u276igAghGxgrGhIE4TEJMsCYJAnCxFjhO1VhOERGWApkgKdEkxgilCZYRhCKiIRFCAigE7GEmQEyaADMrCgAngtXRtiE5u6WI2bwrLBoqVX4/tJrUaMAKACgy4LxeXy9/hDx+/9Hs8XiafOfn9gQnHCm5M526nmU0OUztz+yrbEGE5rzj0Bidneo98vVViNinv0WMIXlFRzlU96xgufKnyxWxoLQIiDlo8xCnzRUOinYOrtPcrNXdA8p/PGB5MHmNI/wBUg/SMyvUxOc69swkOiNgGQVIxvtk5SrpCls6SAAAAAoABgAFRpJ04ZHeDwAn8leTT9C5bRDvAbr2RqNisiLPiGsUG7a4w/wDIXYS6XO+6zSvR69QCLWXESDmM7y0XT8gvOlezidwTJ+xCEqchKqDJl0bpu7bvqKARjdN3bd9RQCCFY4TBKEwTEWOEwShMFiTGCcJAmCIjLAnBVQVgKxNjhMEIUMuMmgkmkguh9naz/ViMh7ibzh3NU55oY/xOjRxTn+FFQTAJm2yzN6T4j+yy6PNXwtMWPMO/3B3jQrnfPxLxbKrg5H5pFDGEmQqSt2waP5MXj0juJkPsl0daLOTOC4EzwmJ8KrRLlwcnlvL8Y9I7uPxFj+Uu2SXhKSgOQy8FWX/tVA+fDcuE7S0U5wBNJCtCZ0ouQuk7Amuea7AJiUyFWbGJzmd2Cxip8SYw4K1sYSnnJB0AFwINADeNCXbG8MVS4d/DJYwzotf2m5bWr2r3KyjRqQZ80YGKdx93ae4bpq7q9yp5eMDyQndbORjEZbm7T3bV6WLFnjISEgBQAe6AMgqRjfbJyl6Q5tFZAUEmgCQAAyAGHBF+E1zwxn3pnRf2SqTLQZ/JVWmOGQXPMxJriZ7tnchCdKpzxXl/8QtYOSs/ItPPizb2Wf2PnLvTwi5SSQr8HgdaNMi1RrzJ8m0SbOcyTUmXgO5YpRKUr2YxUVSJXfYClz70ShmmGRbG6bu276igEY3Td23fUUAggMYJglCYJiLHCYJGpwsTYwTBKE7GkmQWbrti1YzVp2bRoDb8U3RlKs/z8t67dHaH5MB8Rt6IegyRnuJH28di0ImhyefGJJ9wU4T9F5uflN9Q6R048CXcjzNu0ndFyGLozIHO4zy7lhvYXGs+9ektcMFxaBJo/ZLgfCHH7ry5O2d8V0Z7IG6fFxVjbI05eZBXcGSy+yWIxYLOCLYZVZMHKtVq6D089rxCi1BMmuzDth4rlc3bl4JLNYy+MxrcS8HgAZk+Swp7VrZ1PzyV7TTwVVptDYLL0UhtJtE6u4D74LzNs10IMobBxcSfIIUxrPXh0lYSJL527We0uwcBwaJeajNabSMSHcW/ghCg2e+iPmJZLS0NoTlv5H0hTlsLyP6jZvK8BYtd6gRmT2lh+x/K95q1rkx7RCc4lk/43ZMn/Q7BnNPFd9iyfXR6sxKXRRoAAAoABgANirLUZJWGpGyVa1/KsRGc6QokayeKcGeHmnhtzWMc9sjNhsL3m61oJcTQSAqvi2sGmDarQ6MaA81g91gwH3717P8AxK1ioLHDIrJ0WWQ/q3vx4L52V6XFxUt37IzfoUoFEoFdgEKUBiiUFh0Wxum7tu+ooBGN03dt31FAIIVjBMEoRTEmOEwSBOFibGaNi9ToXRFwNc5t6I6Vxspy2OP28di49XtFT/meJifNBEwT+/tV7qwWYwgYjpF7scbzZ5cdq8zkZt3qvC/V/wAI6McNe35Es1gEPpSdEPSOIG4flcOmItxssNnBase1TF4y7wN3ivHaZtZfEOyZ8FxTdI6IKzOiHHjOi5y3Z5EfNdGPj4lVuZx+ZXMXK4bE0RtFY1stvgi4IozOIQpmQmScJY8F7rVbVttnh+02gXnGjGZPP2YMzmqtWdWw1ptVoBDf6NlV590fc5Lu0npC9N7pSlJomGgSyGxqrGN9slKXpHlNengziBxERxmQJXSDhTFeJaMytPWDSHKRDOtfNVtstATjITSyfY8V0cjTuV7Wz4rqZAApRB8GWFdk0oWcr2Ty/CbRluMCMCDzCQHjaCZT4hMcd29CzWXlYjWChvCfAVPkEQH2vVu1F8G6cWG7PEFuS0nj88Fk6swrsBpzfef/ALZhrfkfFapdTbUAmW+StHwSfkjN1T8p4fu5cGndOtssB0V1ZCTG++4ig4Lre+6Np3yBMs/NfLNdtOe0RuTYf44ZIGxz8C77eKvhx/UlXonKWqs8/a7S6K90R5vPc4ucTmSqCmKBXseDmsVKU6UhYohChmmKXPvWKItjdN3bd9RShNG6bu276ilCCFY4RCUJgmJMYLpsNn5SI1m014LmC2tV2DlZnEAEb6z+wUc8tcbaNBXJHstEwgIjWgAthiQlLpbfmfBadoecBTLLHbPuWJoK1XXC9/atdpK2tIuDBMSw4UXkV10dHswdJ24jok9Hbv8AsvPl08dvmu61RS55JwwVXIDznVc05WzoiqRQyH314omFu8l1CFWexK8foE0gxykL0GrmgQ7/ALiPzYbZEA0LjsG9JoHQXLO5R9ITZFx2rdttsBAa0ShsHNbsG0nbvVYQvtiTlXSKdJW+9Ui60c1rWzk0e63fvXkNYtJybIGRNOA2ALT0ppCUyeA4SwG5eJtkUxXmWE8gnnKhIROWBA5SJPIVO/YFrPbsCFms1xoA9d5XRySgXRzQ1HjYrrksOKDsKrGZxRmr0Oqer188pE5rZAuOEm+6Osfkq9B6CMd4cRJoIMyDdGJmfAyGa9bFuw2CGzATmc3Had6pGNk5OjY0VFvPdLoht0DYJ0Hkta7v/dqyNAMlCvZudPuFPyu626REJjnmgAJJOEhirImzzuvGn+Qhcmw8902t2jJzu77r5gVo6a0m60xnRXYEyaPdbkPv3rgkvXwYvpx/NnFOezKyECFYQlIVxUyshKQrCEpCxRMrKTPvVhVefggWRZGPPd23fUUApH6bu276igEEZjhMCqwUwKJNocFa2hInJkxDRtO6R6XBZE1r6PigsAzFChKCyRcX7OfLkljqUfueig4gjAYbV0W7SMxdzXgbVpKLY3XWydBJvMDhO7taDlJauhtYhaGvY8XYgk9nOLhITDmieAkQZTyXgz2i3B+UenDWcVOPhmywTMl0CGuSBF9F1mKuYoI8S4p9HWExny6LP7OIMghZYXKxAychOp3b16uHDaxgbDncG2QLnbafo4lUhDYWUqFdJrAxvNY0f+x9478aZLItlpxOX7iu20RKbBsyWLaYLovR5rBQu+ctpV26JJWeet0R0eIWNwnziKABWQdGBgzn8u/ataFZGtEmig8eJO1R0NcrdsuukZURmzh3INZRdj21SXCaCqwThiNWhonQLopvv5rBt+Z/C77DohrefG7hmTlL8rsdaC83GC60e7g38lPGF9sVy+x0RraGNEGEJAYAYk5ucczTu3LmtEmtm9wFJvcTJrBxNAFcYYFG0picTvWRpHThY+7ClzQbxPO52Eu4ftF0wxyyPWJCc441cja0VrlZ33YUKKHSAaACPH/hZmuunb8rOzDF/wAw37+C8nEsTC/lLoD53rzeaZznOitfUzNTvXfh4rhK5ejkycmMo1E5rqBCvLUpYu45lIoLUCFaWpS1YdMqISEK4hVuCA6ZS5VHFWPVefegdURo/Td23fUUoKMbpu7bvqKUIIdocJgUk0wKIjHBVsCOWGY794VKIRJSin0zRtMNtohFmBlMTxa7IryUKO6BF917HVB2jJb7XSMxQrl0tY+WF8SEUCU8A8bDv3ri5eD6i2j5RuNL6L1/1f6GzorTAijY7MLV9povmUOO6E6s2kYg0K3omuU2iTWgyrReK4npWe11b1ohsjvgRRdc43GuOYOEt5HzXs4kUUnXYBMCWUuC/Ptr0uXxL9Ky3YL6DqX/AIgQ2hrLQTfb0XOy4GtVaDpUSkr7R7a0BjXDlyWlzQ4MGN2ZAL8wJg76Lkt8a8W8nK4Mhs2SFFg696R5aHDtlnfzoZuOLTXk3yoRucBj7y8pD1vtAzaaZsHjMJZyHhCz3xNKU/c1UT8tq8I7XC0Gl5o4MCVunYrzznk8FMpoz25Yz+zgM6mvkmZpRkORhtm7aa94GR4rytltBcanxqVoQhM91SnikK4mqLS6Jnxxw2LvgvuyY2khNx/JWfZHybLfWq6IkYMhl5wnIbXu90ftFWKcnSJyqKth0tpK426089wx2DavOlGJGLiXGpKSa9vDiWKNezxc2R5JX6GUklvKXlYikQhAozQmsMAhIWp5oEoDJspIVMVXvK5YrkC8O2UvKqTuKrz70Duiho/Td23fUUAUY/Td23fUUoQQ7Q4KYFIEwRJscFEJQmCwjGCcJAmCJJixrK19HtDuOI78VynVyC7329lwI8wSu8JpqcsUJeULtJeGZ/8A0hDyfE+D8KyFqpBBmS93FwA8hNd7HyV4iILj4v8AklLJkXs432JzAeRMgQQ5jjNrgcRPJYBYWvLXAtOw4+q9ZNcmkbCIzZYOFWu2H8Lmz8OMlcOmdHH5coOp9o83EaRxXRZTJaFlDIp5C0fxRhRryOa8ZGa0oeoUUyLXNeD7rgvHcZLpnsqcfKZwWa0AHiVrWV5cQACd2Z8FoWHUoMrFeAN5DQu6NpaBZm3bOBEf70uY3/6VseGc3SRHJmhFAEEQWcpHpPosB5z/AMBZFut7ozrzpAASa1tGtGwKi02t0Rxe83nH9kNgVN5exg46xdvyeRmzPJ16LJqXlXeUmuk59R7yl5V3lLywdSyal5VzQvLG1LLyVzlWXqt0RYdRDEiLmeUznKpxSnVjhQrikzRKXPvWOlIeP03dt/1FKEY/Td23/UUoQQzHCYJAUwRJtFgTBIEwWJscIhKEwRJMdMCkmiCsTHBTByrmiCsK0XB6a+qZo3kRHElos7Ygk8BwyniN4OITWacMSY+IBs5RxHmhNGaRwjJ20NGUoqkxnxSekS7tEu+aWaBKCZJLwDz5DNSaWaE0Q0NNCaWaE0A0PeQvJC5AuWG1HvJS9ISlLlhlEYvSFyBKQlArGJHFISiSlJWLJAJQH3UKUfdAqkd0bR/Pdzv7u/r1jvSjR/W+H1RUUtnQWEaP63w+qYWDrfD6qKLbMRoYWDrfD6phYOt8PqootsybQwsPW+H1TCw9b4fVRRHZiNIPsPW+H1R9h63w+qii2zE1QfYut5eqIsXW+H1UUW2YNUH2LreXqj7F1vL1UUR2YNUH2PreXqj7Hv8AL1UUQ2YNUA2LreXqh7F1vL1UUW2ZtUD2LreXqh7F1vL1UUW2Y2qB7F1vh9UPYet8Pqootsw6oHsPW+H1Q9h63w+qii2zDqgGw9b4fVKbB1vh9VFFtmOkhTYOt8PqlNg63w+qii2zHSAbB1vh9Uv+X9b4fVRRDZjoB0f1vh9Uv+X16Xw+qii2zHR//9k="/>
          <p:cNvSpPr>
            <a:spLocks noChangeAspect="1" noChangeArrowheads="1"/>
          </p:cNvSpPr>
          <p:nvPr/>
        </p:nvSpPr>
        <p:spPr bwMode="auto">
          <a:xfrm>
            <a:off x="0" y="-898525"/>
            <a:ext cx="2438400" cy="1876425"/>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6634" name="AutoShape 10" descr="data:image/jpeg;base64,/9j/4AAQSkZJRgABAQAAAQABAAD/2wCEAAkGBhQQDxQPDxQUEBAUDxAQEBQPEBAPEA8QFBAVFBQQFhQXHSYeFxkjGRQUHy8gIycpLCwsFR4xNTAqNSYrLCkBCQoKDgwOGg8PGiwfHRwpKSktLCkpKSkqLSkpKSwpKSwpKSksLCwsKSkpKSwpKSkpKSksKSksKSkpLCwsKSkpKf/AABEIAMUBAAMBIgACEQEDEQH/xAAcAAACAwEBAQEAAAAAAAAAAAABAgADBQQGBwj/xAA/EAABAgMEBQkIAgAFBQAAAAABAAIDESEEEjFBBQZRYXETIjJicoGRoeEUUqKxssHR8CNCBxUzgvEWJGOS0v/EABoBAAMBAQEBAAAAAAAAAAAAAAECAwAEBQb/xAApEQACAgICAgECBgMAAAAAAAAAAQIRAxIEITFBIhNRMmGhsdHhFEJS/9oADAMBAAIRAxEAPwD5/HPPdU9N2fWKUH9mmj9N3bf9RSgL6FGbGBTAoAJgFiTYwKIKgCYBEm2EJgoAmARJOREU11G6sTsVEI3UZLAsCIRkjdWBYAoE0kZLC2KlVoCF1Y2xUUFYWpSFqGUhEpTkISWGsQlBMQgsOmKSlJTFKUB0xSUhKchKViqYpKUlMUpCA6YpJ/ShPecdqJQCxRMsj9N3bd9RQCaP03dt31FABZCthCdoSgKwBEk2EBOAgAnaESEmFoVjWoNarGhEi2QNRupw1G6sT2K7qN1WXUZLA2KrqN1WSUksDYruoyVl1S6iDYSSICe6pdWFsQsVbmLokpdWCp0cZCQrXg6DLqk3dgkSUsTV6JKbS1+4G6TvrTzXN/kYrrY7FinV0ZKUhdtq0XEhmRaTvaCW+K5okEgTIIGRlTxTxywl4YXCS8opKUpkpVAoQoFMQlKBVClKUxQKw6EKA+6YoDFAoiyP03dt/wBRQATRxz3dt31FBoWQjYwCdoQATgIkZMZoVjQlaFYAiQkxgFY0JAnBRJMsARkgEQiSYZIyUCKwjZJKSRCKwLBJSSZGSILEkjJPJENWBYgatnReiMHxO4HLehYNGEc9wrkNnqteE2X7TgvH5fLv4Y/H3PX4vFr5z8/YAgACWNUZJyJqLzD0RHSlUCe1URLExwM2gz7j4hX3aSx41Quo2CjKj6uQjldO50vms+0ao5w39zgT5j8L0kv01VcWLSWCtDkZY+GI8cX6PGx9XorcAHdkzXFGsL2TvNcJY0mB3ii+r6vau8q4R4tILTzRnFcMhsbtK1ouhYUJsZzGi9Hc8OaGtusY4VAHjXeuyHLye0iLhFHwkpSro0O64t2OLfAyVa9QQQoflMQll81h0y2P03dt31FQJow57u276igAghGxgrGhIE4TEJMsCYJAnCxFjhO1VhOERGWApkgKdEkxgilCZYRhCKiIRFCAigE7GEmQEyaADMrCgAngtXRtiE5u6WI2bwrLBoqVX4/tJrUaMAKACgy4LxeXy9/hDx+/9Hs8XiafOfn9gQnHCm5M526nmU0OUztz+yrbEGE5rzj0Bidneo98vVViNinv0WMIXlFRzlU96xgufKnyxWxoLQIiDlo8xCnzRUOinYOrtPcrNXdA8p/PGB5MHmNI/wBUg/SMyvUxOc69swkOiNgGQVIxvtk5SrpCls6SAAAAAoABgAFRpJ04ZHeDwAn8leTT9C5bRDvAbr2RqNisiLPiGsUG7a4w/wDIXYS6XO+6zSvR69QCLWXESDmM7y0XT8gvOlezidwTJ+xCEqchKqDJl0bpu7bvqKARjdN3bd9RQCCFY4TBKEwTEWOEwShMFiTGCcJAmCIjLAnBVQVgKxNjhMEIUMuMmgkmkguh9naz/ViMh7ibzh3NU55oY/xOjRxTn+FFQTAJm2yzN6T4j+yy6PNXwtMWPMO/3B3jQrnfPxLxbKrg5H5pFDGEmQqSt2waP5MXj0juJkPsl0daLOTOC4EzwmJ8KrRLlwcnlvL8Y9I7uPxFj+Uu2SXhKSgOQy8FWX/tVA+fDcuE7S0U5wBNJCtCZ0ouQuk7Amuea7AJiUyFWbGJzmd2Cxip8SYw4K1sYSnnJB0AFwINADeNCXbG8MVS4d/DJYwzotf2m5bWr2r3KyjRqQZ80YGKdx93ae4bpq7q9yp5eMDyQndbORjEZbm7T3bV6WLFnjISEgBQAe6AMgqRjfbJyl6Q5tFZAUEmgCQAAyAGHBF+E1zwxn3pnRf2SqTLQZ/JVWmOGQXPMxJriZ7tnchCdKpzxXl/8QtYOSs/ItPPizb2Wf2PnLvTwi5SSQr8HgdaNMi1RrzJ8m0SbOcyTUmXgO5YpRKUr2YxUVSJXfYClz70ShmmGRbG6bu276igEY3Td23fUUAggMYJglCYJiLHCYJGpwsTYwTBKE7GkmQWbrti1YzVp2bRoDb8U3RlKs/z8t67dHaH5MB8Rt6IegyRnuJH28di0ImhyefGJJ9wU4T9F5uflN9Q6R048CXcjzNu0ndFyGLozIHO4zy7lhvYXGs+9ektcMFxaBJo/ZLgfCHH7ry5O2d8V0Z7IG6fFxVjbI05eZBXcGSy+yWIxYLOCLYZVZMHKtVq6D089rxCi1BMmuzDth4rlc3bl4JLNYy+MxrcS8HgAZk+Swp7VrZ1PzyV7TTwVVptDYLL0UhtJtE6u4D74LzNs10IMobBxcSfIIUxrPXh0lYSJL527We0uwcBwaJeajNabSMSHcW/ghCg2e+iPmJZLS0NoTlv5H0hTlsLyP6jZvK8BYtd6gRmT2lh+x/K95q1rkx7RCc4lk/43ZMn/Q7BnNPFd9iyfXR6sxKXRRoAAAoABgANirLUZJWGpGyVa1/KsRGc6QokayeKcGeHmnhtzWMc9sjNhsL3m61oJcTQSAqvi2sGmDarQ6MaA81g91gwH3717P8AxK1ioLHDIrJ0WWQ/q3vx4L52V6XFxUt37IzfoUoFEoFdgEKUBiiUFh0Wxum7tu+ooBGN03dt31FAIIVjBMEoRTEmOEwSBOFibGaNi9ToXRFwNc5t6I6Vxspy2OP28di49XtFT/meJifNBEwT+/tV7qwWYwgYjpF7scbzZ5cdq8zkZt3qvC/V/wAI6McNe35Es1gEPpSdEPSOIG4flcOmItxssNnBase1TF4y7wN3ivHaZtZfEOyZ8FxTdI6IKzOiHHjOi5y3Z5EfNdGPj4lVuZx+ZXMXK4bE0RtFY1stvgi4IozOIQpmQmScJY8F7rVbVttnh+02gXnGjGZPP2YMzmqtWdWw1ptVoBDf6NlV590fc5Lu0npC9N7pSlJomGgSyGxqrGN9slKXpHlNengziBxERxmQJXSDhTFeJaMytPWDSHKRDOtfNVtstATjITSyfY8V0cjTuV7Wz4rqZAApRB8GWFdk0oWcr2Ty/CbRluMCMCDzCQHjaCZT4hMcd29CzWXlYjWChvCfAVPkEQH2vVu1F8G6cWG7PEFuS0nj88Fk6swrsBpzfef/ALZhrfkfFapdTbUAmW+StHwSfkjN1T8p4fu5cGndOtssB0V1ZCTG++4ig4Lre+6Np3yBMs/NfLNdtOe0RuTYf44ZIGxz8C77eKvhx/UlXonKWqs8/a7S6K90R5vPc4ucTmSqCmKBXseDmsVKU6UhYohChmmKXPvWKItjdN3bd9RShNG6bu276ilCCFY4RCUJgmJMYLpsNn5SI1m014LmC2tV2DlZnEAEb6z+wUc8tcbaNBXJHstEwgIjWgAthiQlLpbfmfBadoecBTLLHbPuWJoK1XXC9/atdpK2tIuDBMSw4UXkV10dHswdJ24jok9Hbv8AsvPl08dvmu61RS55JwwVXIDznVc05WzoiqRQyH314omFu8l1CFWexK8foE0gxykL0GrmgQ7/ALiPzYbZEA0LjsG9JoHQXLO5R9ITZFx2rdttsBAa0ShsHNbsG0nbvVYQvtiTlXSKdJW+9Ui60c1rWzk0e63fvXkNYtJybIGRNOA2ALT0ppCUyeA4SwG5eJtkUxXmWE8gnnKhIROWBA5SJPIVO/YFrPbsCFms1xoA9d5XRySgXRzQ1HjYrrksOKDsKrGZxRmr0Oqer188pE5rZAuOEm+6Osfkq9B6CMd4cRJoIMyDdGJmfAyGa9bFuw2CGzATmc3Had6pGNk5OjY0VFvPdLoht0DYJ0Hkta7v/dqyNAMlCvZudPuFPyu626REJjnmgAJJOEhirImzzuvGn+Qhcmw8902t2jJzu77r5gVo6a0m60xnRXYEyaPdbkPv3rgkvXwYvpx/NnFOezKyECFYQlIVxUyshKQrCEpCxRMrKTPvVhVefggWRZGPPd23fUUApH6bu276igEEZjhMCqwUwKJNocFa2hInJkxDRtO6R6XBZE1r6PigsAzFChKCyRcX7OfLkljqUfueig4gjAYbV0W7SMxdzXgbVpKLY3XWydBJvMDhO7taDlJauhtYhaGvY8XYgk9nOLhITDmieAkQZTyXgz2i3B+UenDWcVOPhmywTMl0CGuSBF9F1mKuYoI8S4p9HWExny6LP7OIMghZYXKxAychOp3b16uHDaxgbDncG2QLnbafo4lUhDYWUqFdJrAxvNY0f+x9478aZLItlpxOX7iu20RKbBsyWLaYLovR5rBQu+ctpV26JJWeet0R0eIWNwnziKABWQdGBgzn8u/ataFZGtEmig8eJO1R0NcrdsuukZURmzh3INZRdj21SXCaCqwThiNWhonQLopvv5rBt+Z/C77DohrefG7hmTlL8rsdaC83GC60e7g38lPGF9sVy+x0RraGNEGEJAYAYk5ucczTu3LmtEmtm9wFJvcTJrBxNAFcYYFG0picTvWRpHThY+7ClzQbxPO52Eu4ftF0wxyyPWJCc441cja0VrlZ33YUKKHSAaACPH/hZmuunb8rOzDF/wAw37+C8nEsTC/lLoD53rzeaZznOitfUzNTvXfh4rhK5ejkycmMo1E5rqBCvLUpYu45lIoLUCFaWpS1YdMqISEK4hVuCA6ZS5VHFWPVefegdURo/Td23fUUoKMbpu7bvqKUIIdocJgUk0wKIjHBVsCOWGY794VKIRJSin0zRtMNtohFmBlMTxa7IryUKO6BF917HVB2jJb7XSMxQrl0tY+WF8SEUCU8A8bDv3ri5eD6i2j5RuNL6L1/1f6GzorTAijY7MLV9povmUOO6E6s2kYg0K3omuU2iTWgyrReK4npWe11b1ohsjvgRRdc43GuOYOEt5HzXs4kUUnXYBMCWUuC/Ptr0uXxL9Ky3YL6DqX/AIgQ2hrLQTfb0XOy4GtVaDpUSkr7R7a0BjXDlyWlzQ4MGN2ZAL8wJg76Lkt8a8W8nK4Mhs2SFFg696R5aHDtlnfzoZuOLTXk3yoRucBj7y8pD1vtAzaaZsHjMJZyHhCz3xNKU/c1UT8tq8I7XC0Gl5o4MCVunYrzznk8FMpoz25Yz+zgM6mvkmZpRkORhtm7aa94GR4rytltBcanxqVoQhM91SnikK4mqLS6Jnxxw2LvgvuyY2khNx/JWfZHybLfWq6IkYMhl5wnIbXu90ftFWKcnSJyqKth0tpK426089wx2DavOlGJGLiXGpKSa9vDiWKNezxc2R5JX6GUklvKXlYikQhAozQmsMAhIWp5oEoDJspIVMVXvK5YrkC8O2UvKqTuKrz70Duiho/Td23fUUAUY/Td23fUUoQQ7Q4KYFIEwRJscFEJQmCwjGCcJAmCJJixrK19HtDuOI78VynVyC7329lwI8wSu8JpqcsUJeULtJeGZ/8A0hDyfE+D8KyFqpBBmS93FwA8hNd7HyV4iILj4v8AklLJkXs432JzAeRMgQQ5jjNrgcRPJYBYWvLXAtOw4+q9ZNcmkbCIzZYOFWu2H8Lmz8OMlcOmdHH5coOp9o83EaRxXRZTJaFlDIp5C0fxRhRryOa8ZGa0oeoUUyLXNeD7rgvHcZLpnsqcfKZwWa0AHiVrWV5cQACd2Z8FoWHUoMrFeAN5DQu6NpaBZm3bOBEf70uY3/6VseGc3SRHJmhFAEEQWcpHpPosB5z/AMBZFut7ozrzpAASa1tGtGwKi02t0Rxe83nH9kNgVN5exg46xdvyeRmzPJ16LJqXlXeUmuk59R7yl5V3lLywdSyal5VzQvLG1LLyVzlWXqt0RYdRDEiLmeUznKpxSnVjhQrikzRKXPvWOlIeP03dt/1FKEY/Td23/UUoQQzHCYJAUwRJtFgTBIEwWJscIhKEwRJMdMCkmiCsTHBTByrmiCsK0XB6a+qZo3kRHElos7Ygk8BwyniN4OITWacMSY+IBs5RxHmhNGaRwjJ20NGUoqkxnxSekS7tEu+aWaBKCZJLwDz5DNSaWaE0Q0NNCaWaE0A0PeQvJC5AuWG1HvJS9ISlLlhlEYvSFyBKQlArGJHFISiSlJWLJAJQH3UKUfdAqkd0bR/Pdzv7u/r1jvSjR/W+H1RUUtnQWEaP63w+qYWDrfD6qKLbMRoYWDrfD6phYOt8PqootsybQwsPW+H1TCw9b4fVRRHZiNIPsPW+H1R9h63w+qii2zE1QfYut5eqIsXW+H1UUW2YNUH2LreXqj7F1vL1UUR2YNUH2PreXqj7Hv8AL1UUQ2YNUA2LreXqh7F1vL1UUW2ZtUD2LreXqh7F1vL1UUW2Y2qB7F1vh9UPYet8Pqootsw6oHsPW+H1Q9h63w+qii2zDqgGw9b4fVKbB1vh9VFFtmOkhTYOt8PqlNg63w+qii2zHSAbB1vh9Uv+X9b4fVRRDZjoB0f1vh9Uv+X16Xw+qii2zHR//9k="/>
          <p:cNvSpPr>
            <a:spLocks noChangeAspect="1" noChangeArrowheads="1"/>
          </p:cNvSpPr>
          <p:nvPr/>
        </p:nvSpPr>
        <p:spPr bwMode="auto">
          <a:xfrm>
            <a:off x="0" y="-898525"/>
            <a:ext cx="2438400" cy="1876425"/>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6636" name="Picture 12" descr="http://dic.academic.ru/pictures/enc_tech/i_170.jpg"/>
          <p:cNvPicPr>
            <a:picLocks noChangeAspect="1" noChangeArrowheads="1"/>
          </p:cNvPicPr>
          <p:nvPr/>
        </p:nvPicPr>
        <p:blipFill>
          <a:blip r:embed="rId4"/>
          <a:srcRect/>
          <a:stretch>
            <a:fillRect/>
          </a:stretch>
        </p:blipFill>
        <p:spPr bwMode="auto">
          <a:xfrm>
            <a:off x="4429124" y="4857760"/>
            <a:ext cx="2054233" cy="1785926"/>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25470"/>
          </a:xfrm>
        </p:spPr>
        <p:txBody>
          <a:bodyPr>
            <a:normAutofit fontScale="90000"/>
          </a:bodyPr>
          <a:lstStyle/>
          <a:p>
            <a:pPr algn="ctr"/>
            <a:r>
              <a:rPr lang="uz-Cyrl-UZ" b="1" i="1" dirty="0">
                <a:solidFill>
                  <a:srgbClr val="0070C0"/>
                </a:solidFill>
              </a:rPr>
              <a:t>Aktiv turbinalar </a:t>
            </a:r>
            <a:endParaRPr lang="ru-RU" b="1" i="1" dirty="0">
              <a:solidFill>
                <a:srgbClr val="0070C0"/>
              </a:solidFill>
            </a:endParaRPr>
          </a:p>
        </p:txBody>
      </p:sp>
      <p:sp>
        <p:nvSpPr>
          <p:cNvPr id="3" name="Содержимое 2"/>
          <p:cNvSpPr>
            <a:spLocks noGrp="1"/>
          </p:cNvSpPr>
          <p:nvPr>
            <p:ph idx="1"/>
          </p:nvPr>
        </p:nvSpPr>
        <p:spPr>
          <a:xfrm>
            <a:off x="500034" y="1000108"/>
            <a:ext cx="8401080" cy="5572164"/>
          </a:xfrm>
        </p:spPr>
        <p:txBody>
          <a:bodyPr>
            <a:normAutofit/>
          </a:bodyPr>
          <a:lstStyle/>
          <a:p>
            <a:pPr marL="0" indent="623888" algn="just">
              <a:buNone/>
            </a:pPr>
            <a:r>
              <a:rPr lang="uz-Cyrl-UZ" dirty="0">
                <a:latin typeface="Times New Roman" pitchFamily="18" charset="0"/>
                <a:cs typeface="Times New Roman" pitchFamily="18" charset="0"/>
              </a:rPr>
              <a:t>Aktiv turbinalar </a:t>
            </a:r>
            <a:r>
              <a:rPr lang="en-US" dirty="0">
                <a:latin typeface="Times New Roman" pitchFamily="18" charset="0"/>
                <a:cs typeface="Times New Roman" pitchFamily="18" charset="0"/>
              </a:rPr>
              <a:t>XIX </a:t>
            </a:r>
            <a:r>
              <a:rPr lang="uz-Cyrl-UZ" dirty="0">
                <a:latin typeface="Times New Roman" pitchFamily="18" charset="0"/>
                <a:cs typeface="Times New Roman" pitchFamily="18" charset="0"/>
              </a:rPr>
              <a:t>asrda qo’llanila boshlagan, bu turbinalarning ishlash prinsipi gidravlik oqimchalarning turbina ish g’ildiragi cho’michlariga ta’sir qilishiga asoslangan bo’lib, ularn</a:t>
            </a:r>
            <a:r>
              <a:rPr lang="en-US" dirty="0" err="1">
                <a:latin typeface="Times New Roman" pitchFamily="18" charset="0"/>
                <a:cs typeface="Times New Roman" pitchFamily="18" charset="0"/>
              </a:rPr>
              <a:t>i</a:t>
            </a:r>
            <a:r>
              <a:rPr lang="uz-Cyrl-UZ" dirty="0">
                <a:latin typeface="Times New Roman" pitchFamily="18" charset="0"/>
                <a:cs typeface="Times New Roman" pitchFamily="18" charset="0"/>
              </a:rPr>
              <a:t> oqimchali turbinalar deb ham atash mumkin. Ularda oqimchaning kinetik energiyasi cho’michga va u or</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ali ish g’ildiragiga berilad</a:t>
            </a:r>
            <a:r>
              <a:rPr lang="en-US" dirty="0" err="1">
                <a:latin typeface="Times New Roman" pitchFamily="18" charset="0"/>
                <a:cs typeface="Times New Roman" pitchFamily="18" charset="0"/>
              </a:rPr>
              <a:t>i</a:t>
            </a:r>
            <a:r>
              <a:rPr lang="uz-Cyrl-UZ" dirty="0">
                <a:latin typeface="Times New Roman" pitchFamily="18" charset="0"/>
                <a:cs typeface="Times New Roman" pitchFamily="18" charset="0"/>
              </a:rPr>
              <a:t>. Aktiv turbnnalarda ish g’ildiragi kuraklarning hammasi emas, balki ishlayotgan soplolar nechta bo’lishiga </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arab bir nechtasi o</a:t>
            </a:r>
            <a:r>
              <a:rPr lang="en-US" dirty="0" err="1">
                <a:latin typeface="Times New Roman" pitchFamily="18" charset="0"/>
                <a:cs typeface="Times New Roman" pitchFamily="18" charset="0"/>
              </a:rPr>
              <a:t>qi</a:t>
            </a:r>
            <a:r>
              <a:rPr lang="uz-Cyrl-UZ" dirty="0">
                <a:latin typeface="Times New Roman" pitchFamily="18" charset="0"/>
                <a:cs typeface="Times New Roman" pitchFamily="18" charset="0"/>
              </a:rPr>
              <a:t>mcha ta’siriga bir vaqtda uchraydi. </a:t>
            </a:r>
            <a:endParaRPr lang="ru-RU" dirty="0">
              <a:latin typeface="Times New Roman" pitchFamily="18" charset="0"/>
              <a:cs typeface="Times New Roman" pitchFamily="18" charset="0"/>
            </a:endParaRPr>
          </a:p>
          <a:p>
            <a:pPr>
              <a:buNone/>
            </a:pPr>
            <a:endParaRPr lang="ru-RU" dirty="0">
              <a:latin typeface="Times New Roman" pitchFamily="18" charset="0"/>
              <a:cs typeface="Times New Roman" pitchFamily="18" charset="0"/>
            </a:endParaRPr>
          </a:p>
        </p:txBody>
      </p:sp>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43438" y="357166"/>
            <a:ext cx="4071966" cy="6143667"/>
          </a:xfrm>
        </p:spPr>
        <p:txBody>
          <a:bodyPr>
            <a:normAutofit fontScale="77500" lnSpcReduction="20000"/>
          </a:bodyPr>
          <a:lstStyle/>
          <a:p>
            <a:pPr marL="0" indent="536575" algn="just">
              <a:buNone/>
            </a:pPr>
            <a:r>
              <a:rPr lang="uz-Cyrl-UZ" dirty="0">
                <a:latin typeface="Times New Roman" pitchFamily="18" charset="0"/>
                <a:cs typeface="Times New Roman" pitchFamily="18" charset="0"/>
              </a:rPr>
              <a:t>Bunday turbinalarniig xususiyatlaridan biri shuki, kurakka urilgan oqimcha kuraklar orasidagi soxani batamom to’ldirmaydi. Suvning ish g’ildiragi kuraklariga kirish va ulardan chiqish tezliklari deyarli bir xil bo’lib, g’ildirakning ikki tomonidagi bosimlar (atmosfera bosimiga) tengdir. Kuraklarda suv tezlanish olmagani sababli </a:t>
            </a:r>
            <a:r>
              <a:rPr lang="uz-Cyrl-UZ" dirty="0">
                <a:solidFill>
                  <a:srgbClr val="002060"/>
                </a:solidFill>
                <a:latin typeface="Times New Roman" pitchFamily="18" charset="0"/>
                <a:cs typeface="Times New Roman" pitchFamily="18" charset="0"/>
              </a:rPr>
              <a:t>reaktiv prinsipi bo’lmaydi. </a:t>
            </a:r>
            <a:r>
              <a:rPr lang="uz-Cyrl-UZ" dirty="0">
                <a:latin typeface="Times New Roman" pitchFamily="18" charset="0"/>
                <a:cs typeface="Times New Roman" pitchFamily="18" charset="0"/>
              </a:rPr>
              <a:t>Kuraklarda bosim oqimchaning kurakka bevosita ta’siri orqali (uning kurakdagi yo’nalishi o’zgari</a:t>
            </a:r>
            <a:r>
              <a:rPr lang="en-US" dirty="0">
                <a:latin typeface="Times New Roman" pitchFamily="18" charset="0"/>
                <a:cs typeface="Times New Roman" pitchFamily="18" charset="0"/>
              </a:rPr>
              <a:t>b</a:t>
            </a:r>
            <a:r>
              <a:rPr lang="uz-Cyrl-UZ" dirty="0">
                <a:latin typeface="Times New Roman" pitchFamily="18" charset="0"/>
                <a:cs typeface="Times New Roman" pitchFamily="18" charset="0"/>
              </a:rPr>
              <a:t> </a:t>
            </a:r>
            <a:r>
              <a:rPr lang="en-US" dirty="0">
                <a:latin typeface="Times New Roman" pitchFamily="18" charset="0"/>
                <a:cs typeface="Times New Roman" pitchFamily="18" charset="0"/>
              </a:rPr>
              <a:t>b</a:t>
            </a:r>
            <a:r>
              <a:rPr lang="uz-Cyrl-UZ" dirty="0">
                <a:latin typeface="Times New Roman" pitchFamily="18" charset="0"/>
                <a:cs typeface="Times New Roman" pitchFamily="18" charset="0"/>
              </a:rPr>
              <a:t>organi xolda) xosil qilinadi.</a:t>
            </a:r>
            <a:endParaRPr lang="ru-RU" dirty="0"/>
          </a:p>
        </p:txBody>
      </p:sp>
      <p:pic>
        <p:nvPicPr>
          <p:cNvPr id="22532" name="Picture 4" descr="Схема активной гидравлической турбины:">
            <a:hlinkClick r:id="rId2"/>
          </p:cNvPr>
          <p:cNvPicPr>
            <a:picLocks noChangeAspect="1" noChangeArrowheads="1"/>
          </p:cNvPicPr>
          <p:nvPr/>
        </p:nvPicPr>
        <p:blipFill>
          <a:blip r:embed="rId3">
            <a:lum/>
          </a:blip>
          <a:srcRect/>
          <a:stretch>
            <a:fillRect/>
          </a:stretch>
        </p:blipFill>
        <p:spPr bwMode="auto">
          <a:xfrm>
            <a:off x="207053" y="1428736"/>
            <a:ext cx="4326675" cy="3929090"/>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642910" y="71414"/>
            <a:ext cx="8358246" cy="5483245"/>
          </a:xfrm>
        </p:spPr>
        <p:txBody>
          <a:bodyPr>
            <a:normAutofit/>
          </a:bodyPr>
          <a:lstStyle/>
          <a:p>
            <a:pPr marL="0" indent="449263" algn="just">
              <a:buNone/>
            </a:pPr>
            <a:r>
              <a:rPr lang="uz-Cyrl-UZ" sz="2400" dirty="0">
                <a:latin typeface="Times New Roman" pitchFamily="18" charset="0"/>
                <a:cs typeface="Times New Roman" pitchFamily="18" charset="0"/>
              </a:rPr>
              <a:t>Aktiv turbinaga misol sifatida cho’michli turbinaning sxemasini keltiramiz . CHo’michli turbinalar ish </a:t>
            </a:r>
            <a:r>
              <a:rPr lang="en-US" sz="2400" dirty="0" err="1">
                <a:latin typeface="Times New Roman" pitchFamily="18" charset="0"/>
                <a:cs typeface="Times New Roman" pitchFamily="18" charset="0"/>
              </a:rPr>
              <a:t>g’l</a:t>
            </a:r>
            <a:r>
              <a:rPr lang="uz-Cyrl-UZ" sz="2400" dirty="0">
                <a:latin typeface="Times New Roman" pitchFamily="18" charset="0"/>
                <a:cs typeface="Times New Roman" pitchFamily="18" charset="0"/>
              </a:rPr>
              <a:t>diragi atrofiga kovsh (cho’mich) o’rnatilgan diskdan iborat. Suv ish g’ildiragiga yo’naltiruvchi apparat vazifasini baja-ruvchi va torayib boruvchi naycha shaklida ishlangan soplo yordamida beriladi. Soploda truba orqali kelgan suvning</a:t>
            </a:r>
            <a:r>
              <a:rPr lang="en-US"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barcha energiyasi (yo’sotilgan energiyadan tashkari) kinetik energiyaga aylanadi. Turbinaning konstruktiv tuzilishi va quvvatiga qarab, soplo bittadan to’rttagacha bo’ladi. Bunday turbina</a:t>
            </a:r>
            <a:r>
              <a:rPr lang="en-US" sz="2400" dirty="0">
                <a:latin typeface="Times New Roman" pitchFamily="18" charset="0"/>
                <a:cs typeface="Times New Roman" pitchFamily="18" charset="0"/>
              </a:rPr>
              <a:t>n</a:t>
            </a:r>
            <a:r>
              <a:rPr lang="uz-Cyrl-UZ" sz="2400" dirty="0">
                <a:latin typeface="Times New Roman" pitchFamily="18" charset="0"/>
                <a:cs typeface="Times New Roman" pitchFamily="18" charset="0"/>
              </a:rPr>
              <a:t>ing </a:t>
            </a:r>
            <a:r>
              <a:rPr lang="en-US" sz="2400" dirty="0">
                <a:latin typeface="Times New Roman" pitchFamily="18" charset="0"/>
                <a:cs typeface="Times New Roman" pitchFamily="18" charset="0"/>
              </a:rPr>
              <a:t> q</a:t>
            </a:r>
            <a:r>
              <a:rPr lang="uz-Cyrl-UZ" sz="2400" dirty="0">
                <a:latin typeface="Times New Roman" pitchFamily="18" charset="0"/>
                <a:cs typeface="Times New Roman" pitchFamily="18" charset="0"/>
              </a:rPr>
              <a:t>uvvat</a:t>
            </a:r>
            <a:r>
              <a:rPr lang="en-US" sz="2400" dirty="0" err="1">
                <a:latin typeface="Times New Roman" pitchFamily="18" charset="0"/>
                <a:cs typeface="Times New Roman" pitchFamily="18" charset="0"/>
              </a:rPr>
              <a:t>i</a:t>
            </a:r>
            <a:r>
              <a:rPr lang="uz-Cyrl-UZ" sz="2400" dirty="0">
                <a:latin typeface="Times New Roman" pitchFamily="18" charset="0"/>
                <a:cs typeface="Times New Roman" pitchFamily="18" charset="0"/>
              </a:rPr>
              <a:t> 50 ming kVt gacha etadi.</a:t>
            </a:r>
            <a:endParaRPr lang="ru-RU" sz="2400" dirty="0">
              <a:latin typeface="Times New Roman" pitchFamily="18" charset="0"/>
              <a:cs typeface="Times New Roman" pitchFamily="18" charset="0"/>
            </a:endParaRPr>
          </a:p>
          <a:p>
            <a:pPr>
              <a:buNone/>
            </a:pPr>
            <a:endParaRPr lang="ru-RU" sz="2400" dirty="0">
              <a:latin typeface="Times New Roman" pitchFamily="18" charset="0"/>
              <a:cs typeface="Times New Roman" pitchFamily="18" charset="0"/>
            </a:endParaRPr>
          </a:p>
        </p:txBody>
      </p:sp>
      <p:pic>
        <p:nvPicPr>
          <p:cNvPr id="25602" name="Picture 2" descr="http://t3.gstatic.com/images?q=tbn:ANd9GcRJzUz2bFnLMC-UhHsnJdHFR0t-qmrRqGLtPT8JqPDVBQwoVVSI"/>
          <p:cNvPicPr>
            <a:picLocks noChangeAspect="1" noChangeArrowheads="1"/>
          </p:cNvPicPr>
          <p:nvPr/>
        </p:nvPicPr>
        <p:blipFill>
          <a:blip r:embed="rId2"/>
          <a:srcRect/>
          <a:stretch>
            <a:fillRect/>
          </a:stretch>
        </p:blipFill>
        <p:spPr bwMode="auto">
          <a:xfrm>
            <a:off x="714348" y="3429000"/>
            <a:ext cx="7715304" cy="3429000"/>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857224" y="571480"/>
            <a:ext cx="8076464" cy="5676920"/>
          </a:xfrm>
        </p:spPr>
        <p:txBody>
          <a:bodyPr>
            <a:normAutofit fontScale="77500" lnSpcReduction="20000"/>
          </a:bodyPr>
          <a:lstStyle/>
          <a:p>
            <a:pPr algn="just"/>
            <a:r>
              <a:rPr lang="uz-Cyrl-UZ" dirty="0">
                <a:latin typeface="Times New Roman" pitchFamily="18" charset="0"/>
                <a:cs typeface="Times New Roman" pitchFamily="18" charset="0"/>
              </a:rPr>
              <a:t>Soplolarda o’rnatilgan igna uning o’</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i bo’yicha harakat qiladi. Igna xarakat qilganda soplodan chiqishdagi kesim o’zgaradi, natijada soplodan chiqayotgan suvning sarfi o’zgaradi. SHu yo’l bilan cho’michli turbinalarda quvvat o’zgartiriladi. </a:t>
            </a:r>
            <a:endParaRPr lang="en-US"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Ignaning eng ko’p chiqarilgan holatida soploning chiqish yo’li butunlay to’silib qoladi va turbina to’xtayd</a:t>
            </a:r>
            <a:r>
              <a:rPr lang="en-US" dirty="0" err="1">
                <a:latin typeface="Times New Roman" pitchFamily="18" charset="0"/>
                <a:cs typeface="Times New Roman" pitchFamily="18" charset="0"/>
              </a:rPr>
              <a:t>i</a:t>
            </a:r>
            <a:r>
              <a:rPr lang="uz-Cyrl-UZ"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C</a:t>
            </a:r>
            <a:r>
              <a:rPr lang="en-US" dirty="0">
                <a:latin typeface="Times New Roman" pitchFamily="18" charset="0"/>
                <a:cs typeface="Times New Roman" pitchFamily="18" charset="0"/>
              </a:rPr>
              <a:t>h</a:t>
            </a:r>
            <a:r>
              <a:rPr lang="uz-Cyrl-UZ" dirty="0">
                <a:latin typeface="Times New Roman" pitchFamily="18" charset="0"/>
                <a:cs typeface="Times New Roman" pitchFamily="18" charset="0"/>
              </a:rPr>
              <a:t>o’michlarning o’rtasida do’nglik bo’lib, u suvni ikki qismga ajratadi. Bu ajralgan ikki oqimning har biri cho’michning chetiga eng kichik tezlikda kelib, tushib ketadi. Natijada suvning kinetik energiyasi ish g’ildiragini aylantiruvchi mexanik energiyasiga aylanadi.</a:t>
            </a:r>
            <a:endParaRPr lang="en-US"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C</a:t>
            </a:r>
            <a:r>
              <a:rPr lang="en-US" dirty="0">
                <a:latin typeface="Times New Roman" pitchFamily="18" charset="0"/>
                <a:cs typeface="Times New Roman" pitchFamily="18" charset="0"/>
              </a:rPr>
              <a:t>h</a:t>
            </a:r>
            <a:r>
              <a:rPr lang="uz-Cyrl-UZ" dirty="0">
                <a:latin typeface="Times New Roman" pitchFamily="18" charset="0"/>
                <a:cs typeface="Times New Roman" pitchFamily="18" charset="0"/>
              </a:rPr>
              <a:t>o’michlar diskning aylanasi bo’yicha bir tekns joylashganligi uchun ish g’ildiragi aylanganda cho’m</a:t>
            </a:r>
            <a:r>
              <a:rPr lang="en-US" dirty="0" err="1">
                <a:latin typeface="Times New Roman" pitchFamily="18" charset="0"/>
                <a:cs typeface="Times New Roman" pitchFamily="18" charset="0"/>
              </a:rPr>
              <a:t>i</a:t>
            </a:r>
            <a:r>
              <a:rPr lang="uz-Cyrl-UZ" dirty="0">
                <a:latin typeface="Times New Roman" pitchFamily="18" charset="0"/>
                <a:cs typeface="Times New Roman" pitchFamily="18" charset="0"/>
              </a:rPr>
              <a:t>chlar okimchani galma-galdan qabul qiladi.</a:t>
            </a:r>
            <a:endParaRPr lang="ru-RU" dirty="0">
              <a:latin typeface="Times New Roman" pitchFamily="18" charset="0"/>
              <a:cs typeface="Times New Roman" pitchFamily="18" charset="0"/>
            </a:endParaRPr>
          </a:p>
          <a:p>
            <a:endParaRPr lang="ru-RU" dirty="0">
              <a:latin typeface="Times New Roman" pitchFamily="18" charset="0"/>
              <a:cs typeface="Times New Roman" pitchFamily="18" charset="0"/>
            </a:endParaRPr>
          </a:p>
        </p:txBody>
      </p:sp>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54032"/>
          </a:xfrm>
        </p:spPr>
        <p:txBody>
          <a:bodyPr>
            <a:normAutofit fontScale="90000"/>
          </a:bodyPr>
          <a:lstStyle/>
          <a:p>
            <a:pPr algn="ctr"/>
            <a:r>
              <a:rPr lang="uz-Cyrl-UZ" b="1" i="1" dirty="0">
                <a:solidFill>
                  <a:srgbClr val="002060"/>
                </a:solidFill>
              </a:rPr>
              <a:t>Reaktiv turbinalar </a:t>
            </a:r>
            <a:endParaRPr lang="ru-RU" b="1" i="1" dirty="0">
              <a:solidFill>
                <a:srgbClr val="002060"/>
              </a:solidFill>
            </a:endParaRPr>
          </a:p>
        </p:txBody>
      </p:sp>
      <p:sp>
        <p:nvSpPr>
          <p:cNvPr id="3" name="Содержимое 2"/>
          <p:cNvSpPr>
            <a:spLocks noGrp="1"/>
          </p:cNvSpPr>
          <p:nvPr>
            <p:ph idx="1"/>
          </p:nvPr>
        </p:nvSpPr>
        <p:spPr>
          <a:xfrm>
            <a:off x="700118" y="1071546"/>
            <a:ext cx="8229600" cy="5357850"/>
          </a:xfrm>
        </p:spPr>
        <p:txBody>
          <a:bodyPr>
            <a:normAutofit fontScale="92500" lnSpcReduction="10000"/>
          </a:bodyPr>
          <a:lstStyle/>
          <a:p>
            <a:pPr algn="just"/>
            <a:r>
              <a:rPr lang="uz-Cyrl-UZ" dirty="0">
                <a:latin typeface="Times New Roman" pitchFamily="18" charset="0"/>
                <a:cs typeface="Times New Roman" pitchFamily="18" charset="0"/>
              </a:rPr>
              <a:t>Reaktiv turbinalar </a:t>
            </a:r>
            <a:r>
              <a:rPr lang="uz-Cyrl-UZ" b="1" i="1" dirty="0">
                <a:solidFill>
                  <a:srgbClr val="002060"/>
                </a:solidFill>
                <a:latin typeface="Times New Roman" pitchFamily="18" charset="0"/>
                <a:cs typeface="Times New Roman" pitchFamily="18" charset="0"/>
              </a:rPr>
              <a:t>amerikalik injener Frepsms (1849 y.) va chex professori Viktor Kaplan (1912 y.)</a:t>
            </a:r>
            <a:r>
              <a:rPr lang="uz-Cyrl-UZ" dirty="0">
                <a:latin typeface="Times New Roman" pitchFamily="18" charset="0"/>
                <a:cs typeface="Times New Roman" pitchFamily="18" charset="0"/>
              </a:rPr>
              <a:t> nomi bilan bog</a:t>
            </a:r>
            <a:r>
              <a:rPr lang="en-US" dirty="0">
                <a:latin typeface="Times New Roman" pitchFamily="18" charset="0"/>
                <a:cs typeface="Times New Roman" pitchFamily="18" charset="0"/>
              </a:rPr>
              <a:t>’</a:t>
            </a:r>
            <a:r>
              <a:rPr lang="uz-Cyrl-UZ" dirty="0">
                <a:latin typeface="Times New Roman" pitchFamily="18" charset="0"/>
                <a:cs typeface="Times New Roman" pitchFamily="18" charset="0"/>
              </a:rPr>
              <a:t>liq.</a:t>
            </a:r>
            <a:endParaRPr lang="ru-RU"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Reaktiv turbinalarda suvning asosiy potensial energiyasi mexanik harakatga aylantiriladi. Reaktiv turbinalar so’rish trubasi bilan birga ishlatiladi. </a:t>
            </a:r>
            <a:r>
              <a:rPr lang="uz-Cyrl-UZ" b="1" i="1" dirty="0">
                <a:solidFill>
                  <a:srgbClr val="FF0000"/>
                </a:solidFill>
                <a:latin typeface="Times New Roman" pitchFamily="18" charset="0"/>
                <a:cs typeface="Times New Roman" pitchFamily="18" charset="0"/>
              </a:rPr>
              <a:t>So’rish trubasi </a:t>
            </a:r>
            <a:r>
              <a:rPr lang="uz-Cyrl-UZ" dirty="0">
                <a:latin typeface="Times New Roman" pitchFamily="18" charset="0"/>
                <a:cs typeface="Times New Roman" pitchFamily="18" charset="0"/>
              </a:rPr>
              <a:t>ta’sir etuvchi bosimni kuchaytirishga yordam beradi va bu xususiyat ayni</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sa kichik bosimlarda </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o’llaniladigan turbinalarda muhimdir. Ta’sir etuvchi bosimni oshirish uchun reaktiv turbinalar bilan birga </a:t>
            </a:r>
            <a:r>
              <a:rPr lang="uz-Cyrl-UZ" b="1" i="1" dirty="0">
                <a:solidFill>
                  <a:srgbClr val="FF0000"/>
                </a:solidFill>
                <a:latin typeface="Times New Roman" pitchFamily="18" charset="0"/>
                <a:cs typeface="Times New Roman" pitchFamily="18" charset="0"/>
              </a:rPr>
              <a:t>yo’naltiruvchi apparat </a:t>
            </a:r>
            <a:r>
              <a:rPr lang="uz-Cyrl-UZ" dirty="0">
                <a:latin typeface="Times New Roman" pitchFamily="18" charset="0"/>
                <a:cs typeface="Times New Roman" pitchFamily="18" charset="0"/>
              </a:rPr>
              <a:t>ham ishlatiladi.</a:t>
            </a:r>
            <a:endParaRPr lang="ru-RU" dirty="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p:txBody>
      </p:sp>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857224" y="500042"/>
            <a:ext cx="8076464" cy="6357958"/>
          </a:xfrm>
        </p:spPr>
        <p:txBody>
          <a:bodyPr>
            <a:normAutofit fontScale="85000" lnSpcReduction="10000"/>
          </a:bodyPr>
          <a:lstStyle/>
          <a:p>
            <a:pPr algn="just"/>
            <a:r>
              <a:rPr lang="uz-Cyrl-UZ" dirty="0">
                <a:latin typeface="Times New Roman" pitchFamily="18" charset="0"/>
                <a:cs typeface="Times New Roman" pitchFamily="18" charset="0"/>
              </a:rPr>
              <a:t>Yo’naltiruvchi apparat va turbina g’ildiragi kuraklarining oraliqlari suv bilan batamom to’ladi va g’ildirakning yuqorisi va pastida bosimlar turlicha bo’ladi. Reaktiv turbinalarda suv ish g’ildnragini o’rab turuvchi, yo’naltiruvchi apparatdan chiqib, g’ildirak kuraklari oralig’i orqali so’rish trubasiga o’tadi. Bunda yo’naltnruvchi apparatdan chiqishdagi va so’rish trubasiga kirishdagi bosimlar farqi ta’sirida g’ildiraklar orasida harakatlanayotgan suvning tezligi ortib boradi. Suvning bunday tezlanishli harakati ish g’ildiragi kuraklarida </a:t>
            </a:r>
            <a:r>
              <a:rPr lang="uz-Cyrl-UZ" b="1" i="1" dirty="0">
                <a:solidFill>
                  <a:srgbClr val="FF0000"/>
                </a:solidFill>
                <a:latin typeface="Times New Roman" pitchFamily="18" charset="0"/>
                <a:cs typeface="Times New Roman" pitchFamily="18" charset="0"/>
              </a:rPr>
              <a:t>reaktiv kuch </a:t>
            </a:r>
            <a:r>
              <a:rPr lang="uz-Cyrl-UZ" dirty="0">
                <a:latin typeface="Times New Roman" pitchFamily="18" charset="0"/>
                <a:cs typeface="Times New Roman" pitchFamily="18" charset="0"/>
              </a:rPr>
              <a:t>hosil qiladi. </a:t>
            </a:r>
            <a:endParaRPr lang="en-US"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Bu kuch ta’sirida ish g’ildiragi aylanma harakat qiladi.</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Yo’naltiruvchi apparat kuraklarinyng holatini o’zgartirib, turbinaning ishlash rejimini o’zgartirish va hatto turbipaga kelayotgan suvni butunlay to’xtatib qo’yish mumkin.</a:t>
            </a:r>
            <a:endParaRPr lang="ru-RU" dirty="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p:txBody>
      </p:sp>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0" y="0"/>
            <a:ext cx="4429156" cy="6715148"/>
          </a:xfrm>
        </p:spPr>
        <p:txBody>
          <a:bodyPr>
            <a:noAutofit/>
          </a:bodyPr>
          <a:lstStyle/>
          <a:p>
            <a:pPr marL="0" indent="536575" algn="just"/>
            <a:r>
              <a:rPr lang="en-US" sz="2000" dirty="0">
                <a:latin typeface="Times New Roman" pitchFamily="18" charset="0"/>
                <a:cs typeface="Times New Roman" pitchFamily="18" charset="0"/>
              </a:rPr>
              <a:t>R</a:t>
            </a:r>
            <a:r>
              <a:rPr lang="uz-Cyrl-UZ" sz="2000" dirty="0">
                <a:latin typeface="Times New Roman" pitchFamily="18" charset="0"/>
                <a:cs typeface="Times New Roman" pitchFamily="18" charset="0"/>
              </a:rPr>
              <a:t>eaktiv turbinalar </a:t>
            </a:r>
            <a:r>
              <a:rPr lang="uz-Cyrl-UZ" sz="2000" b="1" i="1" dirty="0">
                <a:solidFill>
                  <a:srgbClr val="FF0000"/>
                </a:solidFill>
                <a:latin typeface="Times New Roman" pitchFamily="18" charset="0"/>
                <a:cs typeface="Times New Roman" pitchFamily="18" charset="0"/>
              </a:rPr>
              <a:t>radial</a:t>
            </a:r>
            <a:r>
              <a:rPr lang="en-US" sz="2000" b="1" i="1" dirty="0">
                <a:solidFill>
                  <a:srgbClr val="FF0000"/>
                </a:solidFill>
                <a:latin typeface="Times New Roman" pitchFamily="18" charset="0"/>
                <a:cs typeface="Times New Roman" pitchFamily="18" charset="0"/>
              </a:rPr>
              <a:t>-</a:t>
            </a:r>
            <a:r>
              <a:rPr lang="uz-Cyrl-UZ" sz="2000" b="1" i="1" dirty="0">
                <a:solidFill>
                  <a:srgbClr val="FF0000"/>
                </a:solidFill>
                <a:latin typeface="Times New Roman" pitchFamily="18" charset="0"/>
                <a:cs typeface="Times New Roman" pitchFamily="18" charset="0"/>
              </a:rPr>
              <a:t>o’qiy, propellerli, burilma-kurakli</a:t>
            </a:r>
            <a:r>
              <a:rPr lang="uz-Cyrl-UZ" sz="2000" dirty="0">
                <a:latin typeface="Times New Roman" pitchFamily="18" charset="0"/>
                <a:cs typeface="Times New Roman" pitchFamily="18" charset="0"/>
              </a:rPr>
              <a:t> turbinalarga bo’linadi. </a:t>
            </a:r>
            <a:r>
              <a:rPr lang="en-US" sz="2000" dirty="0">
                <a:latin typeface="Times New Roman" pitchFamily="18" charset="0"/>
                <a:cs typeface="Times New Roman" pitchFamily="18" charset="0"/>
              </a:rPr>
              <a:t>2</a:t>
            </a:r>
            <a:r>
              <a:rPr lang="uz-Cyrl-UZ" sz="2000" dirty="0">
                <a:latin typeface="Times New Roman" pitchFamily="18" charset="0"/>
                <a:cs typeface="Times New Roman" pitchFamily="18" charset="0"/>
              </a:rPr>
              <a:t>-rasmda radial-o’qiy turbinaning sxemasi keltirilgan bo’lib, uning ish g’ildiragi spiral truba va yo’naltiruvchi apparatning o’rtasnga o’rnatilgan bo’ladi. Bu turbinaning ish g’ildiragi aylana bo’yicha bir tekis joylashgan va burilma shaklida bo’lgan bir qancha kuraklardan tashkil topgan. Kuraklar halqalarga o’rnatilgan bo’ladi. </a:t>
            </a:r>
            <a:r>
              <a:rPr lang="en-US" sz="2000" dirty="0">
                <a:latin typeface="Times New Roman" pitchFamily="18" charset="0"/>
                <a:cs typeface="Times New Roman" pitchFamily="18" charset="0"/>
              </a:rPr>
              <a:t>K</a:t>
            </a:r>
            <a:r>
              <a:rPr lang="uz-Cyrl-UZ" sz="2000" dirty="0">
                <a:latin typeface="Times New Roman" pitchFamily="18" charset="0"/>
                <a:cs typeface="Times New Roman" pitchFamily="18" charset="0"/>
              </a:rPr>
              <a:t>uraklarning soni 12 dan 20 gacha bo’ladi (ko’p hollarda 14 — 15 kurak bo’ladi). Turbina valiga generatorning val</a:t>
            </a:r>
            <a:r>
              <a:rPr lang="en-US" sz="2000" dirty="0" err="1">
                <a:latin typeface="Times New Roman" pitchFamily="18" charset="0"/>
                <a:cs typeface="Times New Roman" pitchFamily="18" charset="0"/>
              </a:rPr>
              <a:t>i</a:t>
            </a:r>
            <a:r>
              <a:rPr lang="uz-Cyrl-UZ" sz="2000" dirty="0">
                <a:latin typeface="Times New Roman" pitchFamily="18" charset="0"/>
                <a:cs typeface="Times New Roman" pitchFamily="18" charset="0"/>
              </a:rPr>
              <a:t> maxkamlangam bo’ladi.  Suv  ish g’ildiragiga  avval kameradan, so’ngra yo’naltiruvchi apparat kuraklari orasidan o’tib keladi va ishchi g’il</a:t>
            </a:r>
            <a:r>
              <a:rPr lang="en-US" sz="2000" dirty="0" err="1">
                <a:latin typeface="Times New Roman" pitchFamily="18" charset="0"/>
                <a:cs typeface="Times New Roman" pitchFamily="18" charset="0"/>
              </a:rPr>
              <a:t>dirakka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energiyasini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o’qi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yo’nalishida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trubasi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chiqib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ketadi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0" indent="536575" algn="just"/>
            <a:endParaRPr lang="ru-RU" sz="2000" dirty="0">
              <a:latin typeface="Times New Roman" pitchFamily="18" charset="0"/>
              <a:cs typeface="Times New Roman" pitchFamily="18" charset="0"/>
            </a:endParaRPr>
          </a:p>
          <a:p>
            <a:endParaRPr lang="ru-RU" sz="2000" dirty="0">
              <a:latin typeface="Times New Roman" pitchFamily="18" charset="0"/>
              <a:cs typeface="Times New Roman" pitchFamily="18" charset="0"/>
            </a:endParaRPr>
          </a:p>
        </p:txBody>
      </p:sp>
      <p:pic>
        <p:nvPicPr>
          <p:cNvPr id="30721" name="Picture 1"/>
          <p:cNvPicPr>
            <a:picLocks noChangeAspect="1" noChangeArrowheads="1"/>
          </p:cNvPicPr>
          <p:nvPr/>
        </p:nvPicPr>
        <p:blipFill>
          <a:blip r:embed="rId2"/>
          <a:srcRect l="4761" r="4762"/>
          <a:stretch>
            <a:fillRect/>
          </a:stretch>
        </p:blipFill>
        <p:spPr bwMode="auto">
          <a:xfrm>
            <a:off x="214282" y="214290"/>
            <a:ext cx="4286280" cy="6281726"/>
          </a:xfrm>
          <a:prstGeom prst="rect">
            <a:avLst/>
          </a:prstGeom>
          <a:noFill/>
          <a:ln w="9525">
            <a:noFill/>
            <a:miter lim="800000"/>
            <a:headEnd/>
            <a:tailEnd/>
          </a:ln>
          <a:effectLst/>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000100" y="357167"/>
            <a:ext cx="7572428" cy="3429023"/>
          </a:xfrm>
        </p:spPr>
        <p:txBody>
          <a:bodyPr>
            <a:normAutofit fontScale="85000" lnSpcReduction="20000"/>
          </a:bodyPr>
          <a:lstStyle/>
          <a:p>
            <a:pPr algn="just"/>
            <a:r>
              <a:rPr lang="uz-Cyrl-UZ" dirty="0">
                <a:latin typeface="Times New Roman" pitchFamily="18" charset="0"/>
                <a:cs typeface="Times New Roman" pitchFamily="18" charset="0"/>
              </a:rPr>
              <a:t>Yo’naltiruvchi apparat suvning ish g’ildiragi </a:t>
            </a:r>
            <a:r>
              <a:rPr lang="en-US" dirty="0">
                <a:latin typeface="Times New Roman" pitchFamily="18" charset="0"/>
                <a:cs typeface="Times New Roman" pitchFamily="18" charset="0"/>
              </a:rPr>
              <a:t>q</a:t>
            </a:r>
            <a:r>
              <a:rPr lang="uz-Cyrl-UZ" dirty="0">
                <a:latin typeface="Times New Roman" pitchFamily="18" charset="0"/>
                <a:cs typeface="Times New Roman" pitchFamily="18" charset="0"/>
              </a:rPr>
              <a:t>anotlariga urilmasdan kirishi va tezlikning bir tekis ortib borishi uchun xizmat qiladi va ish g’ildiragining tashki perimetri bo’</a:t>
            </a:r>
            <a:r>
              <a:rPr lang="en-US" dirty="0">
                <a:latin typeface="Times New Roman" pitchFamily="18" charset="0"/>
                <a:cs typeface="Times New Roman" pitchFamily="18" charset="0"/>
              </a:rPr>
              <a:t>y</a:t>
            </a:r>
            <a:r>
              <a:rPr lang="uz-Cyrl-UZ" dirty="0">
                <a:latin typeface="Times New Roman" pitchFamily="18" charset="0"/>
                <a:cs typeface="Times New Roman" pitchFamily="18" charset="0"/>
              </a:rPr>
              <a:t>icha bir tekis joylashtirilgan hamda burilma kanallar hosil qiluvchi kuraklardan tashkil topgan bo’ladi. Ko’p xolla</a:t>
            </a:r>
            <a:r>
              <a:rPr lang="en-US" dirty="0">
                <a:latin typeface="Times New Roman" pitchFamily="18" charset="0"/>
                <a:cs typeface="Times New Roman" pitchFamily="18" charset="0"/>
              </a:rPr>
              <a:t>r</a:t>
            </a:r>
            <a:r>
              <a:rPr lang="uz-Cyrl-UZ" dirty="0">
                <a:latin typeface="Times New Roman" pitchFamily="18" charset="0"/>
                <a:cs typeface="Times New Roman" pitchFamily="18" charset="0"/>
              </a:rPr>
              <a:t>da radial-</a:t>
            </a:r>
            <a:r>
              <a:rPr lang="en-US" dirty="0">
                <a:latin typeface="Times New Roman" pitchFamily="18" charset="0"/>
                <a:cs typeface="Times New Roman" pitchFamily="18" charset="0"/>
              </a:rPr>
              <a:t>o’</a:t>
            </a:r>
            <a:r>
              <a:rPr lang="uz-Cyrl-UZ" dirty="0">
                <a:latin typeface="Times New Roman" pitchFamily="18" charset="0"/>
                <a:cs typeface="Times New Roman" pitchFamily="18" charset="0"/>
              </a:rPr>
              <a:t>qi</a:t>
            </a:r>
            <a:r>
              <a:rPr lang="en-US" dirty="0">
                <a:latin typeface="Times New Roman" pitchFamily="18" charset="0"/>
                <a:cs typeface="Times New Roman" pitchFamily="18" charset="0"/>
              </a:rPr>
              <a:t>y</a:t>
            </a:r>
            <a:r>
              <a:rPr lang="uz-Cyrl-UZ" dirty="0">
                <a:latin typeface="Times New Roman" pitchFamily="18" charset="0"/>
                <a:cs typeface="Times New Roman" pitchFamily="18" charset="0"/>
              </a:rPr>
              <a:t>, propellerli va burilma kurakli turbinalar spiral kameraga ham ega bo’ladi. Spiral kameralar metalldan </a:t>
            </a:r>
            <a:r>
              <a:rPr lang="en-US" dirty="0" err="1">
                <a:latin typeface="Times New Roman" pitchFamily="18" charset="0"/>
                <a:cs typeface="Times New Roman" pitchFamily="18" charset="0"/>
              </a:rPr>
              <a:t>yo</a:t>
            </a:r>
            <a:r>
              <a:rPr lang="uz-Cyrl-UZ" dirty="0">
                <a:latin typeface="Times New Roman" pitchFamily="18" charset="0"/>
                <a:cs typeface="Times New Roman" pitchFamily="18" charset="0"/>
              </a:rPr>
              <a:t>ki temir-betondan tayyorlanadi.</a:t>
            </a:r>
            <a:endParaRPr lang="ru-RU" dirty="0">
              <a:latin typeface="Times New Roman" pitchFamily="18" charset="0"/>
              <a:cs typeface="Times New Roman" pitchFamily="18" charset="0"/>
            </a:endParaRPr>
          </a:p>
        </p:txBody>
      </p:sp>
      <p:pic>
        <p:nvPicPr>
          <p:cNvPr id="31746" name="Picture 2" descr="http://t2.gstatic.com/images?q=tbn:ANd9GcRC2db_eE1OE2y3dU35miE2uMKgJZqJk5tTLDF5KFFA4jxb0ta7IA"/>
          <p:cNvPicPr>
            <a:picLocks noChangeAspect="1" noChangeArrowheads="1"/>
          </p:cNvPicPr>
          <p:nvPr/>
        </p:nvPicPr>
        <p:blipFill>
          <a:blip r:embed="rId2"/>
          <a:srcRect/>
          <a:stretch>
            <a:fillRect/>
          </a:stretch>
        </p:blipFill>
        <p:spPr bwMode="auto">
          <a:xfrm>
            <a:off x="3714744" y="3786190"/>
            <a:ext cx="4357718" cy="2623680"/>
          </a:xfrm>
          <a:prstGeom prst="rect">
            <a:avLst/>
          </a:prstGeom>
          <a:noFill/>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00034" y="428604"/>
            <a:ext cx="8229600" cy="2971808"/>
          </a:xfrm>
        </p:spPr>
        <p:txBody>
          <a:bodyPr>
            <a:normAutofit fontScale="92500" lnSpcReduction="20000"/>
          </a:bodyPr>
          <a:lstStyle/>
          <a:p>
            <a:pPr algn="ctr">
              <a:buNone/>
            </a:pPr>
            <a:r>
              <a:rPr lang="en-US" b="1" i="1" dirty="0" err="1">
                <a:solidFill>
                  <a:srgbClr val="FF0000"/>
                </a:solidFill>
                <a:latin typeface="Times New Roman" pitchFamily="18" charset="0"/>
                <a:cs typeface="Times New Roman" pitchFamily="18" charset="0"/>
              </a:rPr>
              <a:t>Turbinalarning</a:t>
            </a:r>
            <a:r>
              <a:rPr lang="en-US" b="1" i="1" dirty="0">
                <a:solidFill>
                  <a:srgbClr val="FF0000"/>
                </a:solidFill>
                <a:latin typeface="Times New Roman" pitchFamily="18" charset="0"/>
                <a:cs typeface="Times New Roman" pitchFamily="18" charset="0"/>
              </a:rPr>
              <a:t> </a:t>
            </a:r>
            <a:r>
              <a:rPr lang="en-US" b="1" i="1" dirty="0" err="1">
                <a:solidFill>
                  <a:srgbClr val="FF0000"/>
                </a:solidFill>
                <a:latin typeface="Times New Roman" pitchFamily="18" charset="0"/>
                <a:cs typeface="Times New Roman" pitchFamily="18" charset="0"/>
              </a:rPr>
              <a:t>harakteristikalari</a:t>
            </a:r>
            <a:endParaRPr lang="en-US" b="1" i="1" dirty="0">
              <a:solidFill>
                <a:srgbClr val="FF0000"/>
              </a:solidFill>
              <a:latin typeface="Times New Roman" pitchFamily="18" charset="0"/>
              <a:cs typeface="Times New Roman" pitchFamily="18" charset="0"/>
            </a:endParaRPr>
          </a:p>
          <a:p>
            <a:r>
              <a:rPr lang="uz-Cyrl-UZ" dirty="0">
                <a:latin typeface="Times New Roman" pitchFamily="18" charset="0"/>
                <a:cs typeface="Times New Roman" pitchFamily="18" charset="0"/>
              </a:rPr>
              <a:t>Ta’minlovchi suv sig’imi (odatda to’gon oldidagi suv ombori) yuqori b’ef, qabul qiluvchi suv sig’imi (to’g’ondan keyingi havza) quyi b’ef deyiladi. Suv yuqori b’efdan truba orqali turbina bo’limiga kiradi va turbinani aylantirib, so’rish trubasi orqali quyi b’efga tushadi.</a:t>
            </a:r>
            <a:endParaRPr lang="ru-RU" dirty="0">
              <a:latin typeface="Times New Roman" pitchFamily="18" charset="0"/>
              <a:cs typeface="Times New Roman" pitchFamily="18" charset="0"/>
            </a:endParaRPr>
          </a:p>
          <a:p>
            <a:endParaRPr lang="ru-RU" dirty="0"/>
          </a:p>
        </p:txBody>
      </p:sp>
      <p:pic>
        <p:nvPicPr>
          <p:cNvPr id="2050" name="Picture 2"/>
          <p:cNvPicPr>
            <a:picLocks noChangeAspect="1" noChangeArrowheads="1"/>
          </p:cNvPicPr>
          <p:nvPr/>
        </p:nvPicPr>
        <p:blipFill>
          <a:blip r:embed="rId2">
            <a:lum bright="10000" contrast="-10000"/>
          </a:blip>
          <a:srcRect/>
          <a:stretch>
            <a:fillRect/>
          </a:stretch>
        </p:blipFill>
        <p:spPr bwMode="auto">
          <a:xfrm>
            <a:off x="1357290" y="3214686"/>
            <a:ext cx="6794100" cy="3357586"/>
          </a:xfrm>
          <a:prstGeom prst="rect">
            <a:avLst/>
          </a:prstGeom>
          <a:noFill/>
          <a:ln w="9525">
            <a:noFill/>
            <a:miter lim="800000"/>
            <a:headEnd/>
            <a:tailEnd/>
          </a:ln>
          <a:effectLst/>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14282" y="285728"/>
            <a:ext cx="8715436" cy="6286544"/>
          </a:xfrm>
        </p:spPr>
        <p:txBody>
          <a:bodyPr>
            <a:noAutofit/>
          </a:bodyPr>
          <a:lstStyle/>
          <a:p>
            <a:pPr>
              <a:buNone/>
            </a:pPr>
            <a:r>
              <a:rPr lang="uz-Cyrl-UZ" sz="2000" dirty="0">
                <a:latin typeface="Times New Roman" pitchFamily="18" charset="0"/>
                <a:cs typeface="Times New Roman" pitchFamily="18" charset="0"/>
              </a:rPr>
              <a:t>Turbinalarni hisoblash va tanlab olishda bosim </a:t>
            </a:r>
            <a:r>
              <a:rPr lang="uz-Cyrl-UZ" sz="2000" i="1" dirty="0">
                <a:latin typeface="Times New Roman" pitchFamily="18" charset="0"/>
                <a:cs typeface="Times New Roman" pitchFamily="18" charset="0"/>
              </a:rPr>
              <a:t>N, </a:t>
            </a:r>
            <a:r>
              <a:rPr lang="uz-Cyrl-UZ" sz="2000" dirty="0">
                <a:latin typeface="Times New Roman" pitchFamily="18" charset="0"/>
                <a:cs typeface="Times New Roman" pitchFamily="18" charset="0"/>
              </a:rPr>
              <a:t>quvvat </a:t>
            </a:r>
            <a:r>
              <a:rPr lang="uz-Cyrl-UZ" sz="2000" i="1" dirty="0">
                <a:latin typeface="Times New Roman" pitchFamily="18" charset="0"/>
                <a:cs typeface="Times New Roman" pitchFamily="18" charset="0"/>
              </a:rPr>
              <a:t>N </a:t>
            </a:r>
            <a:r>
              <a:rPr lang="uz-Cyrl-UZ" sz="2000" dirty="0">
                <a:latin typeface="Times New Roman" pitchFamily="18" charset="0"/>
                <a:cs typeface="Times New Roman" pitchFamily="18" charset="0"/>
              </a:rPr>
              <a:t>va foydali ish koeffisienti asosiy parametrlar bo’lib hiso</a:t>
            </a:r>
            <a:r>
              <a:rPr lang="en-US" sz="2000" dirty="0">
                <a:latin typeface="Times New Roman" pitchFamily="18" charset="0"/>
                <a:cs typeface="Times New Roman" pitchFamily="18" charset="0"/>
              </a:rPr>
              <a:t>b</a:t>
            </a:r>
            <a:r>
              <a:rPr lang="uz-Cyrl-UZ" sz="2000" dirty="0">
                <a:latin typeface="Times New Roman" pitchFamily="18" charset="0"/>
                <a:cs typeface="Times New Roman" pitchFamily="18" charset="0"/>
              </a:rPr>
              <a:t>lanadi. Turbi</a:t>
            </a:r>
            <a:r>
              <a:rPr lang="en-US" sz="2000" dirty="0" err="1">
                <a:latin typeface="Times New Roman" pitchFamily="18" charset="0"/>
                <a:cs typeface="Times New Roman" pitchFamily="18" charset="0"/>
              </a:rPr>
              <a:t>naning</a:t>
            </a:r>
            <a:r>
              <a:rPr lang="uz-Cyrl-UZ" sz="2000" dirty="0">
                <a:latin typeface="Times New Roman" pitchFamily="18" charset="0"/>
                <a:cs typeface="Times New Roman" pitchFamily="18" charset="0"/>
              </a:rPr>
              <a:t> ish bosimi quyidagi formula yordamida hisoblanadi:</a:t>
            </a:r>
            <a:endParaRPr lang="ru-RU" sz="2000" dirty="0">
              <a:latin typeface="Times New Roman" pitchFamily="18" charset="0"/>
              <a:cs typeface="Times New Roman" pitchFamily="18" charset="0"/>
            </a:endParaRPr>
          </a:p>
          <a:p>
            <a:pPr>
              <a:buNone/>
            </a:pPr>
            <a:br>
              <a:rPr lang="en-US" sz="2000" dirty="0">
                <a:latin typeface="Times New Roman" pitchFamily="18" charset="0"/>
                <a:cs typeface="Times New Roman" pitchFamily="18" charset="0"/>
              </a:rPr>
            </a:br>
            <a:endParaRPr lang="ru-RU" sz="2000" dirty="0">
              <a:latin typeface="Times New Roman" pitchFamily="18" charset="0"/>
              <a:cs typeface="Times New Roman" pitchFamily="18" charset="0"/>
            </a:endParaRPr>
          </a:p>
          <a:p>
            <a:pPr>
              <a:buNone/>
            </a:pPr>
            <a:r>
              <a:rPr lang="uz-Cyrl-UZ" sz="2000" dirty="0">
                <a:latin typeface="Times New Roman" pitchFamily="18" charset="0"/>
                <a:cs typeface="Times New Roman" pitchFamily="18" charset="0"/>
              </a:rPr>
              <a:t>bu erda </a:t>
            </a:r>
            <a:r>
              <a:rPr lang="en-US" sz="2000" dirty="0">
                <a:latin typeface="Times New Roman" pitchFamily="18" charset="0"/>
                <a:cs typeface="Times New Roman" pitchFamily="18" charset="0"/>
              </a:rPr>
              <a:t>H</a:t>
            </a:r>
            <a:r>
              <a:rPr lang="uz-Cyrl-UZ" sz="2000" dirty="0">
                <a:latin typeface="Times New Roman" pitchFamily="18" charset="0"/>
                <a:cs typeface="Times New Roman" pitchFamily="18" charset="0"/>
              </a:rPr>
              <a:t>st = </a:t>
            </a:r>
            <a:r>
              <a:rPr lang="en-US" sz="2000" dirty="0">
                <a:latin typeface="Times New Roman" pitchFamily="18" charset="0"/>
                <a:cs typeface="Times New Roman" pitchFamily="18" charset="0"/>
              </a:rPr>
              <a:t>Z</a:t>
            </a:r>
            <a:r>
              <a:rPr lang="uz-Cyrl-UZ" sz="2000" baseline="-25000" dirty="0">
                <a:latin typeface="Times New Roman" pitchFamily="18" charset="0"/>
                <a:cs typeface="Times New Roman" pitchFamily="18" charset="0"/>
              </a:rPr>
              <a:t>1</a:t>
            </a:r>
            <a:r>
              <a:rPr lang="uz-Cyrl-UZ" sz="2000" dirty="0">
                <a:latin typeface="Times New Roman" pitchFamily="18" charset="0"/>
                <a:cs typeface="Times New Roman" pitchFamily="18" charset="0"/>
              </a:rPr>
              <a:t> — </a:t>
            </a:r>
            <a:r>
              <a:rPr lang="en-US" sz="2000" dirty="0">
                <a:latin typeface="Times New Roman" pitchFamily="18" charset="0"/>
                <a:cs typeface="Times New Roman" pitchFamily="18" charset="0"/>
              </a:rPr>
              <a:t>Z</a:t>
            </a:r>
            <a:r>
              <a:rPr lang="uz-Cyrl-UZ" sz="2000" baseline="-25000" dirty="0">
                <a:latin typeface="Times New Roman" pitchFamily="18" charset="0"/>
                <a:cs typeface="Times New Roman" pitchFamily="18" charset="0"/>
              </a:rPr>
              <a:t>2</a:t>
            </a:r>
            <a:r>
              <a:rPr lang="uz-Cyrl-UZ" sz="2000" dirty="0">
                <a:latin typeface="Times New Roman" pitchFamily="18" charset="0"/>
                <a:cs typeface="Times New Roman" pitchFamily="18" charset="0"/>
              </a:rPr>
              <a:t>—ta’minlovchi va qabul qiluvchi suv sig’imlari sathlarining ayirmasi;</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V</a:t>
            </a:r>
            <a:r>
              <a:rPr lang="en-US" sz="2000" baseline="-25000" dirty="0">
                <a:latin typeface="Times New Roman" pitchFamily="18" charset="0"/>
                <a:cs typeface="Times New Roman" pitchFamily="18" charset="0"/>
              </a:rPr>
              <a:t>1</a:t>
            </a:r>
            <a:r>
              <a:rPr lang="en-US" sz="2000" dirty="0">
                <a:latin typeface="Times New Roman" pitchFamily="18" charset="0"/>
                <a:cs typeface="Times New Roman" pitchFamily="18" charset="0"/>
              </a:rPr>
              <a:t> -</a:t>
            </a:r>
            <a:r>
              <a:rPr lang="en-US" sz="2000" i="1" dirty="0">
                <a:latin typeface="Times New Roman" pitchFamily="18" charset="0"/>
                <a:cs typeface="Times New Roman" pitchFamily="18" charset="0"/>
              </a:rPr>
              <a:t>V</a:t>
            </a:r>
            <a:r>
              <a:rPr lang="en-US" sz="2000" dirty="0">
                <a:latin typeface="Times New Roman" pitchFamily="18" charset="0"/>
                <a:cs typeface="Times New Roman" pitchFamily="18" charset="0"/>
              </a:rPr>
              <a:t> </a:t>
            </a:r>
            <a:r>
              <a:rPr lang="en-US" sz="2000" baseline="-25000" dirty="0">
                <a:latin typeface="Times New Roman" pitchFamily="18" charset="0"/>
                <a:cs typeface="Times New Roman" pitchFamily="18" charset="0"/>
              </a:rPr>
              <a:t>2</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 sistemaga kirish va chiqishdagi tezliklar; </a:t>
            </a:r>
            <a:r>
              <a:rPr lang="en-US" sz="2000" dirty="0">
                <a:latin typeface="Times New Roman" pitchFamily="18" charset="0"/>
                <a:cs typeface="Times New Roman" pitchFamily="18" charset="0"/>
              </a:rPr>
              <a:t>h</a:t>
            </a:r>
            <a:r>
              <a:rPr lang="en-US" sz="2000" baseline="-25000" dirty="0">
                <a:latin typeface="Times New Roman" pitchFamily="18" charset="0"/>
                <a:cs typeface="Times New Roman" pitchFamily="18" charset="0"/>
              </a:rPr>
              <a:t>12</a:t>
            </a:r>
            <a:r>
              <a:rPr lang="uz-Cyrl-UZ" sz="2000" dirty="0">
                <a:latin typeface="Times New Roman" pitchFamily="18" charset="0"/>
                <a:cs typeface="Times New Roman" pitchFamily="18" charset="0"/>
              </a:rPr>
              <a:t>—suv keltiruvchi va so’rish trubalari hamda mahalliy qarshilnklarda yo’qotilgan bosim.</a:t>
            </a:r>
            <a:endParaRPr lang="ru-RU" sz="2000" dirty="0">
              <a:latin typeface="Times New Roman" pitchFamily="18" charset="0"/>
              <a:cs typeface="Times New Roman" pitchFamily="18" charset="0"/>
            </a:endParaRPr>
          </a:p>
          <a:p>
            <a:pPr>
              <a:buNone/>
            </a:pPr>
            <a:r>
              <a:rPr lang="uz-Cyrl-UZ" sz="2000" dirty="0">
                <a:latin typeface="Times New Roman" pitchFamily="18" charset="0"/>
                <a:cs typeface="Times New Roman" pitchFamily="18" charset="0"/>
              </a:rPr>
              <a:t>Hisoblash ishini   osonlashtirish   uchun   quyidagi   formuladan foydalanish mumkis:</a:t>
            </a:r>
            <a:endParaRPr lang="ru-RU"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r>
              <a:rPr lang="uz-Cyrl-UZ" sz="2000" dirty="0">
                <a:latin typeface="Times New Roman" pitchFamily="18" charset="0"/>
                <a:cs typeface="Times New Roman" pitchFamily="18" charset="0"/>
              </a:rPr>
              <a:t>Suv okimining quvvati quyidagi formula yordamida hisoblanadi</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Gidroelektrsstangnyaning quvvati esa quyidagicha hisoblanadi: </a:t>
            </a:r>
            <a:endParaRPr lang="ru-RU" sz="2000" dirty="0">
              <a:latin typeface="Times New Roman" pitchFamily="18" charset="0"/>
              <a:cs typeface="Times New Roman" pitchFamily="18" charset="0"/>
            </a:endParaRPr>
          </a:p>
          <a:p>
            <a:pPr>
              <a:buNone/>
            </a:pPr>
            <a:endParaRPr lang="ru-RU" sz="2000" dirty="0">
              <a:latin typeface="Times New Roman" pitchFamily="18" charset="0"/>
              <a:cs typeface="Times New Roman" pitchFamily="18" charset="0"/>
            </a:endParaRPr>
          </a:p>
          <a:p>
            <a:pPr>
              <a:buNone/>
            </a:pPr>
            <a:endParaRPr lang="ru-RU"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357422" y="1285860"/>
            <a:ext cx="3474453" cy="50006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b="64286"/>
          <a:stretch>
            <a:fillRect/>
          </a:stretch>
        </p:blipFill>
        <p:spPr bwMode="auto">
          <a:xfrm>
            <a:off x="2786050" y="3357562"/>
            <a:ext cx="2960656" cy="642942"/>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t="54653"/>
          <a:stretch>
            <a:fillRect/>
          </a:stretch>
        </p:blipFill>
        <p:spPr bwMode="auto">
          <a:xfrm>
            <a:off x="3071802" y="4286256"/>
            <a:ext cx="2849906" cy="785818"/>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2928926" y="5500702"/>
            <a:ext cx="3630729" cy="857256"/>
          </a:xfrm>
          <a:prstGeom prst="rect">
            <a:avLst/>
          </a:prstGeom>
          <a:noFill/>
          <a:ln w="9525">
            <a:noFill/>
            <a:miter lim="800000"/>
            <a:headEnd/>
            <a:tailEnd/>
          </a:ln>
          <a:effectLst/>
        </p:spPr>
      </p:pic>
      <p:sp>
        <p:nvSpPr>
          <p:cNvPr id="2" name="Нижний колонтитул 1"/>
          <p:cNvSpPr>
            <a:spLocks noGrp="1"/>
          </p:cNvSpPr>
          <p:nvPr>
            <p:ph type="ftr" sz="quarter" idx="11"/>
          </p:nvPr>
        </p:nvSpPr>
        <p:spPr/>
        <p:txBody>
          <a:bodyPr/>
          <a:lstStyle/>
          <a:p>
            <a:r>
              <a:rPr lang="en-US"/>
              <a:t>www.arxiv.uz</a:t>
            </a:r>
            <a:endParaRPr 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dirty="0" err="1"/>
              <a:t>Nazorat</a:t>
            </a:r>
            <a:r>
              <a:rPr lang="en-US" dirty="0"/>
              <a:t> </a:t>
            </a:r>
            <a:r>
              <a:rPr lang="en-US" dirty="0" err="1"/>
              <a:t>savollar</a:t>
            </a:r>
            <a:r>
              <a:rPr lang="en-US" dirty="0"/>
              <a:t>:</a:t>
            </a:r>
            <a:endParaRPr lang="ru-RU" dirty="0"/>
          </a:p>
        </p:txBody>
      </p:sp>
      <p:sp>
        <p:nvSpPr>
          <p:cNvPr id="3" name="Содержимое 2"/>
          <p:cNvSpPr>
            <a:spLocks noGrp="1"/>
          </p:cNvSpPr>
          <p:nvPr>
            <p:ph idx="1"/>
          </p:nvPr>
        </p:nvSpPr>
        <p:spPr/>
        <p:txBody>
          <a:bodyPr>
            <a:normAutofit fontScale="92500" lnSpcReduction="10000"/>
          </a:bodyPr>
          <a:lstStyle/>
          <a:p>
            <a:pPr marL="596646" indent="-514350">
              <a:buFont typeface="+mj-lt"/>
              <a:buAutoNum type="arabicPeriod"/>
            </a:pPr>
            <a:r>
              <a:rPr lang="en-US" dirty="0" err="1"/>
              <a:t>Gidravlik</a:t>
            </a:r>
            <a:r>
              <a:rPr lang="en-US" dirty="0"/>
              <a:t> </a:t>
            </a:r>
            <a:r>
              <a:rPr lang="en-US" dirty="0" err="1"/>
              <a:t>dvigatellar</a:t>
            </a:r>
            <a:r>
              <a:rPr lang="en-US" dirty="0"/>
              <a:t> </a:t>
            </a:r>
            <a:r>
              <a:rPr lang="en-US" dirty="0" err="1"/>
              <a:t>nech</a:t>
            </a:r>
            <a:r>
              <a:rPr lang="en-US" dirty="0"/>
              <a:t> </a:t>
            </a:r>
            <a:r>
              <a:rPr lang="en-US" dirty="0" err="1"/>
              <a:t>turga</a:t>
            </a:r>
            <a:r>
              <a:rPr lang="en-US" dirty="0"/>
              <a:t> </a:t>
            </a:r>
            <a:r>
              <a:rPr lang="en-US" dirty="0" err="1"/>
              <a:t>bo’linadi</a:t>
            </a:r>
            <a:r>
              <a:rPr lang="en-US" dirty="0"/>
              <a:t>?</a:t>
            </a:r>
          </a:p>
          <a:p>
            <a:pPr marL="596646" indent="-514350">
              <a:buFont typeface="+mj-lt"/>
              <a:buAutoNum type="arabicPeriod"/>
            </a:pPr>
            <a:r>
              <a:rPr lang="en-US" dirty="0" err="1"/>
              <a:t>Turbinaga</a:t>
            </a:r>
            <a:r>
              <a:rPr lang="en-US" dirty="0"/>
              <a:t> </a:t>
            </a:r>
            <a:r>
              <a:rPr lang="en-US" dirty="0" err="1"/>
              <a:t>ta’rif</a:t>
            </a:r>
            <a:r>
              <a:rPr lang="en-US" dirty="0"/>
              <a:t> </a:t>
            </a:r>
            <a:r>
              <a:rPr lang="en-US" dirty="0" err="1"/>
              <a:t>bering</a:t>
            </a:r>
            <a:r>
              <a:rPr lang="en-US" dirty="0"/>
              <a:t>.</a:t>
            </a:r>
          </a:p>
          <a:p>
            <a:pPr marL="596646" indent="-514350">
              <a:buFont typeface="+mj-lt"/>
              <a:buAutoNum type="arabicPeriod"/>
            </a:pPr>
            <a:r>
              <a:rPr lang="en-US" dirty="0" err="1"/>
              <a:t>Turbinalar</a:t>
            </a:r>
            <a:r>
              <a:rPr lang="en-US" dirty="0"/>
              <a:t> </a:t>
            </a:r>
            <a:r>
              <a:rPr lang="en-US" dirty="0" err="1"/>
              <a:t>qanday</a:t>
            </a:r>
            <a:r>
              <a:rPr lang="en-US" dirty="0"/>
              <a:t> </a:t>
            </a:r>
            <a:r>
              <a:rPr lang="en-US" dirty="0" err="1"/>
              <a:t>turlarga</a:t>
            </a:r>
            <a:r>
              <a:rPr lang="en-US" dirty="0"/>
              <a:t> </a:t>
            </a:r>
            <a:r>
              <a:rPr lang="en-US" dirty="0" err="1"/>
              <a:t>bo’linadi</a:t>
            </a:r>
            <a:r>
              <a:rPr lang="en-US" dirty="0"/>
              <a:t>?</a:t>
            </a:r>
          </a:p>
          <a:p>
            <a:pPr marL="596646" indent="-514350">
              <a:buFont typeface="+mj-lt"/>
              <a:buAutoNum type="arabicPeriod"/>
            </a:pPr>
            <a:r>
              <a:rPr lang="en-US" dirty="0" err="1"/>
              <a:t>Qanday</a:t>
            </a:r>
            <a:r>
              <a:rPr lang="en-US" dirty="0"/>
              <a:t> </a:t>
            </a:r>
            <a:r>
              <a:rPr lang="en-US" dirty="0" err="1"/>
              <a:t>turbinalarga</a:t>
            </a:r>
            <a:r>
              <a:rPr lang="en-US" dirty="0"/>
              <a:t> </a:t>
            </a:r>
            <a:r>
              <a:rPr lang="en-US" dirty="0" err="1"/>
              <a:t>aktiv</a:t>
            </a:r>
            <a:r>
              <a:rPr lang="en-US" dirty="0"/>
              <a:t> </a:t>
            </a:r>
            <a:r>
              <a:rPr lang="en-US" dirty="0" err="1"/>
              <a:t>turbinalar</a:t>
            </a:r>
            <a:r>
              <a:rPr lang="en-US" dirty="0"/>
              <a:t> </a:t>
            </a:r>
            <a:r>
              <a:rPr lang="en-US" dirty="0" err="1"/>
              <a:t>deyiladi</a:t>
            </a:r>
            <a:r>
              <a:rPr lang="en-US" dirty="0"/>
              <a:t>?</a:t>
            </a:r>
          </a:p>
          <a:p>
            <a:pPr marL="596646" indent="-514350">
              <a:buFont typeface="+mj-lt"/>
              <a:buAutoNum type="arabicPeriod"/>
            </a:pPr>
            <a:r>
              <a:rPr lang="en-US" dirty="0" err="1"/>
              <a:t>Reaktiv</a:t>
            </a:r>
            <a:r>
              <a:rPr lang="en-US" dirty="0"/>
              <a:t> </a:t>
            </a:r>
            <a:r>
              <a:rPr lang="en-US" dirty="0" err="1"/>
              <a:t>turbinalar</a:t>
            </a:r>
            <a:r>
              <a:rPr lang="en-US" dirty="0"/>
              <a:t> </a:t>
            </a:r>
            <a:r>
              <a:rPr lang="en-US" dirty="0" err="1"/>
              <a:t>aktiv</a:t>
            </a:r>
            <a:r>
              <a:rPr lang="en-US" dirty="0"/>
              <a:t> </a:t>
            </a:r>
            <a:r>
              <a:rPr lang="en-US" dirty="0" err="1"/>
              <a:t>turbinalardan</a:t>
            </a:r>
            <a:r>
              <a:rPr lang="en-US" dirty="0"/>
              <a:t> </a:t>
            </a:r>
            <a:r>
              <a:rPr lang="en-US" dirty="0" err="1"/>
              <a:t>nimasi</a:t>
            </a:r>
            <a:r>
              <a:rPr lang="en-US" dirty="0"/>
              <a:t> </a:t>
            </a:r>
            <a:r>
              <a:rPr lang="en-US" dirty="0" err="1"/>
              <a:t>bian</a:t>
            </a:r>
            <a:r>
              <a:rPr lang="en-US" dirty="0"/>
              <a:t> </a:t>
            </a:r>
            <a:r>
              <a:rPr lang="en-US" dirty="0" err="1"/>
              <a:t>farq</a:t>
            </a:r>
            <a:r>
              <a:rPr lang="en-US" dirty="0"/>
              <a:t> </a:t>
            </a:r>
            <a:r>
              <a:rPr lang="en-US" dirty="0" err="1"/>
              <a:t>qiladi</a:t>
            </a:r>
            <a:r>
              <a:rPr lang="en-US" dirty="0"/>
              <a:t>?</a:t>
            </a:r>
          </a:p>
          <a:p>
            <a:pPr marL="596646" indent="-514350">
              <a:buFont typeface="+mj-lt"/>
              <a:buAutoNum type="arabicPeriod"/>
            </a:pPr>
            <a:r>
              <a:rPr lang="en-US" dirty="0" err="1"/>
              <a:t>Turbinalar</a:t>
            </a:r>
            <a:r>
              <a:rPr lang="en-US" dirty="0"/>
              <a:t> </a:t>
            </a:r>
            <a:r>
              <a:rPr lang="en-US" dirty="0" err="1"/>
              <a:t>qaysi</a:t>
            </a:r>
            <a:r>
              <a:rPr lang="en-US" dirty="0"/>
              <a:t> </a:t>
            </a:r>
            <a:r>
              <a:rPr lang="en-US" dirty="0" err="1"/>
              <a:t>kattaliklar</a:t>
            </a:r>
            <a:r>
              <a:rPr lang="en-US" dirty="0"/>
              <a:t> </a:t>
            </a:r>
            <a:r>
              <a:rPr lang="en-US" dirty="0" err="1"/>
              <a:t>asosida</a:t>
            </a:r>
            <a:r>
              <a:rPr lang="en-US" dirty="0"/>
              <a:t> </a:t>
            </a:r>
            <a:r>
              <a:rPr lang="en-US" dirty="0" err="1"/>
              <a:t>hisoblanadi</a:t>
            </a:r>
            <a:r>
              <a:rPr lang="en-US" dirty="0"/>
              <a:t>?</a:t>
            </a:r>
            <a:endParaRPr lang="ru-RU" dirty="0"/>
          </a:p>
        </p:txBody>
      </p:sp>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dirty="0" err="1"/>
              <a:t>Mustaqil</a:t>
            </a:r>
            <a:r>
              <a:rPr lang="en-US" dirty="0"/>
              <a:t> </a:t>
            </a:r>
            <a:r>
              <a:rPr lang="en-US" dirty="0" err="1"/>
              <a:t>ta’lim</a:t>
            </a:r>
            <a:r>
              <a:rPr lang="en-US" dirty="0"/>
              <a:t> </a:t>
            </a:r>
            <a:r>
              <a:rPr lang="en-US" dirty="0" err="1"/>
              <a:t>uchun</a:t>
            </a:r>
            <a:r>
              <a:rPr lang="en-US" dirty="0"/>
              <a:t> </a:t>
            </a:r>
            <a:r>
              <a:rPr lang="en-US" dirty="0" err="1"/>
              <a:t>mavzular</a:t>
            </a:r>
            <a:r>
              <a:rPr lang="en-US" dirty="0"/>
              <a:t>:</a:t>
            </a:r>
            <a:endParaRPr lang="ru-RU" dirty="0"/>
          </a:p>
        </p:txBody>
      </p:sp>
      <p:sp>
        <p:nvSpPr>
          <p:cNvPr id="3" name="Содержимое 2"/>
          <p:cNvSpPr>
            <a:spLocks noGrp="1"/>
          </p:cNvSpPr>
          <p:nvPr>
            <p:ph idx="1"/>
          </p:nvPr>
        </p:nvSpPr>
        <p:spPr/>
        <p:txBody>
          <a:bodyPr/>
          <a:lstStyle/>
          <a:p>
            <a:r>
              <a:rPr lang="en-US" dirty="0" err="1"/>
              <a:t>Turbinalarni</a:t>
            </a:r>
            <a:r>
              <a:rPr lang="en-US" dirty="0"/>
              <a:t> </a:t>
            </a:r>
            <a:r>
              <a:rPr lang="en-US" dirty="0" err="1"/>
              <a:t>rostlash</a:t>
            </a:r>
            <a:r>
              <a:rPr lang="en-US" dirty="0"/>
              <a:t> </a:t>
            </a:r>
            <a:r>
              <a:rPr lang="en-US" dirty="0" err="1"/>
              <a:t>prinsplari</a:t>
            </a:r>
            <a:r>
              <a:rPr lang="en-US" dirty="0"/>
              <a:t>.</a:t>
            </a:r>
          </a:p>
          <a:p>
            <a:endParaRPr lang="ru-RU" dirty="0"/>
          </a:p>
        </p:txBody>
      </p:sp>
      <p:sp>
        <p:nvSpPr>
          <p:cNvPr id="4" name="Нижний колонтитул 3"/>
          <p:cNvSpPr>
            <a:spLocks noGrp="1"/>
          </p:cNvSpPr>
          <p:nvPr>
            <p:ph type="ftr" sz="quarter" idx="11"/>
          </p:nvPr>
        </p:nvSpPr>
        <p:spPr/>
        <p:txBody>
          <a:bodyPr/>
          <a:lstStyle/>
          <a:p>
            <a:r>
              <a:rPr lang="en-US"/>
              <a:t>www.arxiv.uz</a:t>
            </a:r>
            <a:endParaRPr lang="ru-RU"/>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олнцестояние">
  <a:themeElements>
    <a:clrScheme name="Солнцестояние">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Солнцестояние">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Солнцестояние">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589</TotalTime>
  <Words>1449</Words>
  <Application>Microsoft Office PowerPoint</Application>
  <PresentationFormat>Экран (4:3)</PresentationFormat>
  <Paragraphs>105</Paragraphs>
  <Slides>23</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23</vt:i4>
      </vt:variant>
    </vt:vector>
  </HeadingPairs>
  <TitlesOfParts>
    <vt:vector size="31" baseType="lpstr">
      <vt:lpstr>Algerian</vt:lpstr>
      <vt:lpstr>Calibri</vt:lpstr>
      <vt:lpstr>Corbel</vt:lpstr>
      <vt:lpstr>Gill Sans MT</vt:lpstr>
      <vt:lpstr>Times New Roman</vt:lpstr>
      <vt:lpstr>Verdana</vt:lpstr>
      <vt:lpstr>Wingdings 2</vt:lpstr>
      <vt:lpstr>Солнцестояние</vt:lpstr>
      <vt:lpstr>Gidravlik dvigatellar</vt:lpstr>
      <vt:lpstr>Презентация PowerPoint</vt:lpstr>
      <vt:lpstr>1. Turbinalar.</vt:lpstr>
      <vt:lpstr>Презентация PowerPoint</vt:lpstr>
      <vt:lpstr>2.Gidroturbinalar bosimning qiymatiga qarab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Aktiv turbinalar </vt:lpstr>
      <vt:lpstr>Презентация PowerPoint</vt:lpstr>
      <vt:lpstr>Презентация PowerPoint</vt:lpstr>
      <vt:lpstr>Презентация PowerPoint</vt:lpstr>
      <vt:lpstr>Reaktiv turbinalar </vt:lpstr>
      <vt:lpstr>Презентация PowerPoint</vt:lpstr>
      <vt:lpstr>Презентация PowerPoint</vt:lpstr>
      <vt:lpstr>Презентация PowerPoint</vt:lpstr>
      <vt:lpstr>Презентация PowerPoint</vt:lpstr>
      <vt:lpstr>Презентация PowerPoint</vt:lpstr>
      <vt:lpstr>Nazorat savollar:</vt:lpstr>
      <vt:lpstr>Mustaqil ta’lim uchun mavzular:</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Oldingi o’tilgan mavzular bo’yicha savollar:</dc:title>
  <dc:creator>Admin</dc:creator>
  <cp:lastModifiedBy>Hp</cp:lastModifiedBy>
  <cp:revision>56</cp:revision>
  <dcterms:created xsi:type="dcterms:W3CDTF">2013-02-02T10:14:13Z</dcterms:created>
  <dcterms:modified xsi:type="dcterms:W3CDTF">2025-11-12T06:39:57Z</dcterms:modified>
</cp:coreProperties>
</file>